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21.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22.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_rels/slideLayout3.xml.rels" ContentType="application/vnd.openxmlformats-package.relationships+xml"/>
  <Override PartName="/ppt/slideLayouts/_rels/slideLayout2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20.xml.rels" ContentType="application/vnd.openxmlformats-package.relationships+xml"/>
  <Override PartName="/ppt/slideLayouts/_rels/slideLayout9.xml.rels" ContentType="application/vnd.openxmlformats-package.relationships+xml"/>
  <Override PartName="/ppt/slideLayouts/_rels/slideLayout13.xml.rels" ContentType="application/vnd.openxmlformats-package.relationships+xml"/>
  <Override PartName="/ppt/slideLayouts/_rels/slideLayout5.xml.rels" ContentType="application/vnd.openxmlformats-package.relationships+xml"/>
  <Override PartName="/ppt/slideLayouts/_rels/slideLayout8.xml.rels" ContentType="application/vnd.openxmlformats-package.relationships+xml"/>
  <Override PartName="/ppt/slideLayouts/_rels/slideLayout12.xml.rels" ContentType="application/vnd.openxmlformats-package.relationships+xml"/>
  <Override PartName="/ppt/slideLayouts/_rels/slideLayout4.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2.xml.rels" ContentType="application/vnd.openxmlformats-package.relationships+xml"/>
  <Override PartName="/ppt/slideLayouts/_rels/slideLayout2.xml.rels" ContentType="application/vnd.openxmlformats-package.relationships+xml"/>
  <Override PartName="/ppt/slideLayouts/_rels/slideLayout19.xml.rels" ContentType="application/vnd.openxmlformats-package.relationships+xml"/>
  <Override PartName="/ppt/slideLayouts/_rels/slideLayout1.xml.rels" ContentType="application/vnd.openxmlformats-package.relationships+xml"/>
  <Override PartName="/ppt/slideLayouts/_rels/slideLayout21.xml.rels" ContentType="application/vnd.openxmlformats-package.relationships+xml"/>
  <Override PartName="/ppt/slideLayouts/slideLayout3.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slideLayouts/slideLayout2.xml" ContentType="application/vnd.openxmlformats-officedocument.presentationml.slideLayout+xml"/>
  <Override PartName="/ppt/_rels/presentation.xml.rels" ContentType="application/vnd.openxmlformats-package.relationships+xml"/>
  <Override PartName="/ppt/media/image1.png" ContentType="image/png"/>
  <Override PartName="/ppt/media/image2.jpeg" ContentType="image/jpeg"/>
  <Override PartName="/ppt/media/image3.jpeg" ContentType="image/jpeg"/>
  <Override PartName="/ppt/media/image4.jpeg" ContentType="image/jpeg"/>
  <Override PartName="/ppt/slides/slide1.xml" ContentType="application/vnd.openxmlformats-officedocument.presentationml.slide+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9"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hyperlink" Target="https://bit.ly/3A1uf1Q" TargetMode="External"/><Relationship Id="rId4" Type="http://schemas.openxmlformats.org/officeDocument/2006/relationships/hyperlink" Target="http://bit.ly/2TtBDfr" TargetMode="Externa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1.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1.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bg>
      <p:bgPr>
        <a:solidFill>
          <a:schemeClr val="lt1"/>
        </a:solidFill>
      </p:bgPr>
    </p:bg>
    <p:spTree>
      <p:nvGrpSpPr>
        <p:cNvPr id="1" name=""/>
        <p:cNvGrpSpPr/>
        <p:nvPr/>
      </p:nvGrpSpPr>
      <p:grpSpPr>
        <a:xfrm>
          <a:off x="0" y="0"/>
          <a:ext cx="0" cy="0"/>
          <a:chOff x="0" y="0"/>
          <a:chExt cx="0" cy="0"/>
        </a:xfrm>
      </p:grpSpPr>
      <p:sp>
        <p:nvSpPr>
          <p:cNvPr id="0" name="Google Shape;9;p2"/>
          <p:cNvSpPr/>
          <p:nvPr/>
        </p:nvSpPr>
        <p:spPr>
          <a:xfrm>
            <a:off x="2189880" y="-3694680"/>
            <a:ext cx="4763880" cy="4763880"/>
          </a:xfrm>
          <a:prstGeom prst="ellipse">
            <a:avLst/>
          </a:prstGeom>
          <a:noFill/>
          <a:ln w="9525">
            <a:solidFill>
              <a:srgbClr val="fff5e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pic>
        <p:nvPicPr>
          <p:cNvPr id="1" name="Google Shape;10;p2" descr=""/>
          <p:cNvPicPr/>
          <p:nvPr/>
        </p:nvPicPr>
        <p:blipFill>
          <a:blip r:embed="rId2"/>
          <a:srcRect l="1028" t="3591" r="38467" b="2908"/>
          <a:stretch/>
        </p:blipFill>
        <p:spPr>
          <a:xfrm>
            <a:off x="177480" y="167040"/>
            <a:ext cx="4394160" cy="4808880"/>
          </a:xfrm>
          <a:prstGeom prst="rect">
            <a:avLst/>
          </a:prstGeom>
          <a:noFill/>
          <a:ln w="0">
            <a:noFill/>
          </a:ln>
        </p:spPr>
      </p:pic>
      <p:sp>
        <p:nvSpPr>
          <p:cNvPr id="2" name="PlaceHolder 1"/>
          <p:cNvSpPr>
            <a:spLocks noGrp="1"/>
          </p:cNvSpPr>
          <p:nvPr>
            <p:ph type="title"/>
          </p:nvPr>
        </p:nvSpPr>
        <p:spPr>
          <a:xfrm>
            <a:off x="1569960" y="1711080"/>
            <a:ext cx="6003720" cy="1720800"/>
          </a:xfrm>
          <a:prstGeom prst="rect">
            <a:avLst/>
          </a:prstGeom>
          <a:noFill/>
          <a:ln w="0">
            <a:noFill/>
          </a:ln>
        </p:spPr>
        <p:txBody>
          <a:bodyPr lIns="91440" rIns="91440" tIns="91440" bIns="91440" anchor="b">
            <a:noAutofit/>
          </a:bodyPr>
          <a:p>
            <a:pPr indent="0">
              <a:buNone/>
            </a:pPr>
            <a:r>
              <a:rPr b="0" lang="fr-FR" sz="6800" strike="noStrike" u="none">
                <a:solidFill>
                  <a:schemeClr val="dk1"/>
                </a:solidFill>
                <a:effectLst/>
                <a:uFillTx/>
                <a:latin typeface="Arial"/>
              </a:rPr>
              <a:t>Click to edit the title text format</a:t>
            </a:r>
            <a:endParaRPr b="0" lang="fr-FR" sz="6800" strike="noStrike" u="none">
              <a:solidFill>
                <a:schemeClr val="dk1"/>
              </a:solidFill>
              <a:effectLst/>
              <a:uFillTx/>
              <a:latin typeface="Arial"/>
            </a:endParaRPr>
          </a:p>
        </p:txBody>
      </p:sp>
      <p:sp>
        <p:nvSpPr>
          <p:cNvPr id="3"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Fifth Outline Level</a:t>
            </a:r>
            <a:endParaRPr b="0" lang="fr-FR" sz="20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Sixth Outline Level</a:t>
            </a:r>
            <a:endParaRPr b="0" lang="fr-FR" sz="20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Seventh Outline Level</a:t>
            </a:r>
            <a:endParaRPr b="0" lang="fr-FR" sz="2000" strike="noStrike" u="non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_NUMBER">
    <p:bg>
      <p:bgPr>
        <a:solidFill>
          <a:schemeClr val="lt1"/>
        </a:solidFill>
      </p:bgPr>
    </p:bg>
    <p:spTree>
      <p:nvGrpSpPr>
        <p:cNvPr id="1" name=""/>
        <p:cNvGrpSpPr/>
        <p:nvPr/>
      </p:nvGrpSpPr>
      <p:grpSpPr>
        <a:xfrm>
          <a:off x="0" y="0"/>
          <a:ext cx="0" cy="0"/>
          <a:chOff x="0" y="0"/>
          <a:chExt cx="0" cy="0"/>
        </a:xfrm>
      </p:grpSpPr>
      <p:sp>
        <p:nvSpPr>
          <p:cNvPr id="4" name="Google Shape;44;p11"/>
          <p:cNvSpPr/>
          <p:nvPr/>
        </p:nvSpPr>
        <p:spPr>
          <a:xfrm>
            <a:off x="3749400" y="-3663360"/>
            <a:ext cx="4763880" cy="4763880"/>
          </a:xfrm>
          <a:prstGeom prst="ellipse">
            <a:avLst/>
          </a:prstGeom>
          <a:noFill/>
          <a:ln w="9525">
            <a:solidFill>
              <a:srgbClr val="fff5e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pic>
        <p:nvPicPr>
          <p:cNvPr id="5" name="Google Shape;45;p11" descr=""/>
          <p:cNvPicPr/>
          <p:nvPr/>
        </p:nvPicPr>
        <p:blipFill>
          <a:blip r:embed="rId2"/>
          <a:srcRect l="0" t="3591" r="38467" b="2908"/>
          <a:stretch/>
        </p:blipFill>
        <p:spPr>
          <a:xfrm>
            <a:off x="4497120" y="167040"/>
            <a:ext cx="4469040" cy="4808880"/>
          </a:xfrm>
          <a:prstGeom prst="rect">
            <a:avLst/>
          </a:prstGeom>
          <a:noFill/>
          <a:ln w="0">
            <a:noFill/>
          </a:ln>
        </p:spPr>
      </p:pic>
      <p:sp>
        <p:nvSpPr>
          <p:cNvPr id="6" name="PlaceHolder 1"/>
          <p:cNvSpPr>
            <a:spLocks noGrp="1"/>
          </p:cNvSpPr>
          <p:nvPr>
            <p:ph type="title"/>
          </p:nvPr>
        </p:nvSpPr>
        <p:spPr>
          <a:xfrm>
            <a:off x="1284120" y="1793520"/>
            <a:ext cx="6575760" cy="1044720"/>
          </a:xfrm>
          <a:prstGeom prst="rect">
            <a:avLst/>
          </a:prstGeom>
          <a:noFill/>
          <a:ln w="0">
            <a:noFill/>
          </a:ln>
        </p:spPr>
        <p:txBody>
          <a:bodyPr lIns="91440" rIns="91440" tIns="91440" bIns="91440" anchor="b">
            <a:noAutofit/>
          </a:bodyPr>
          <a:p>
            <a:pPr indent="0" algn="ctr">
              <a:lnSpc>
                <a:spcPct val="70000"/>
              </a:lnSpc>
              <a:buNone/>
            </a:pPr>
            <a:r>
              <a:rPr b="1" lang="fr-FR" sz="7200" strike="noStrike" u="none">
                <a:solidFill>
                  <a:schemeClr val="dk1"/>
                </a:solidFill>
                <a:effectLst/>
                <a:uFillTx/>
                <a:latin typeface="Bricolage Grotesque"/>
                <a:ea typeface="Bricolage Grotesque"/>
              </a:rPr>
              <a:t>xx%</a:t>
            </a:r>
            <a:endParaRPr b="0" lang="fr-FR" sz="7200" strike="noStrike" u="none">
              <a:solidFill>
                <a:schemeClr val="dk1"/>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_1_1">
    <p:bg>
      <p:bgPr>
        <a:solidFill>
          <a:schemeClr val="lt1"/>
        </a:solidFill>
      </p:bgPr>
    </p:bg>
    <p:spTree>
      <p:nvGrpSpPr>
        <p:cNvPr id="1" name=""/>
        <p:cNvGrpSpPr/>
        <p:nvPr/>
      </p:nvGrpSpPr>
      <p:grpSpPr>
        <a:xfrm>
          <a:off x="0" y="0"/>
          <a:ext cx="0" cy="0"/>
          <a:chOff x="0" y="0"/>
          <a:chExt cx="0" cy="0"/>
        </a:xfrm>
      </p:grpSpPr>
      <p:sp>
        <p:nvSpPr>
          <p:cNvPr id="7" name="Google Shape;50;p13"/>
          <p:cNvSpPr/>
          <p:nvPr/>
        </p:nvSpPr>
        <p:spPr>
          <a:xfrm>
            <a:off x="-1615680" y="4218120"/>
            <a:ext cx="4763880" cy="4763880"/>
          </a:xfrm>
          <a:prstGeom prst="ellipse">
            <a:avLst/>
          </a:prstGeom>
          <a:noFill/>
          <a:ln w="9525">
            <a:solidFill>
              <a:srgbClr val="fff5e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pic>
        <p:nvPicPr>
          <p:cNvPr id="8" name="Google Shape;51;p13" descr=""/>
          <p:cNvPicPr/>
          <p:nvPr/>
        </p:nvPicPr>
        <p:blipFill>
          <a:blip r:embed="rId2"/>
          <a:srcRect l="1030" t="3591" r="72640" b="2908"/>
          <a:stretch/>
        </p:blipFill>
        <p:spPr>
          <a:xfrm>
            <a:off x="177480" y="167040"/>
            <a:ext cx="1911600" cy="4808880"/>
          </a:xfrm>
          <a:prstGeom prst="rect">
            <a:avLst/>
          </a:prstGeom>
          <a:noFill/>
          <a:ln w="0">
            <a:noFill/>
          </a:ln>
        </p:spPr>
      </p:pic>
      <p:sp>
        <p:nvSpPr>
          <p:cNvPr id="9" name="PlaceHolder 1"/>
          <p:cNvSpPr>
            <a:spLocks noGrp="1"/>
          </p:cNvSpPr>
          <p:nvPr>
            <p:ph type="title"/>
          </p:nvPr>
        </p:nvSpPr>
        <p:spPr>
          <a:xfrm>
            <a:off x="228600" y="2017440"/>
            <a:ext cx="3748320" cy="1108440"/>
          </a:xfrm>
          <a:prstGeom prst="rect">
            <a:avLst/>
          </a:prstGeom>
          <a:noFill/>
          <a:ln w="0">
            <a:noFill/>
          </a:ln>
        </p:spPr>
        <p:txBody>
          <a:bodyPr lIns="91440" rIns="91440" tIns="91440" bIns="91440" anchor="t">
            <a:noAutofit/>
          </a:bodyPr>
          <a:p>
            <a:pPr indent="0">
              <a:buNone/>
            </a:pPr>
            <a:r>
              <a:rPr b="0" lang="fr-FR" sz="4500" strike="noStrike" u="none">
                <a:solidFill>
                  <a:schemeClr val="dk1"/>
                </a:solidFill>
                <a:effectLst/>
                <a:uFillTx/>
                <a:latin typeface="Arial"/>
              </a:rPr>
              <a:t>Click to edit the title text format</a:t>
            </a:r>
            <a:endParaRPr b="0" lang="fr-FR" sz="4500" strike="noStrike" u="none">
              <a:solidFill>
                <a:schemeClr val="dk1"/>
              </a:solidFill>
              <a:effectLst/>
              <a:uFillTx/>
              <a:latin typeface="Arial"/>
            </a:endParaRPr>
          </a:p>
        </p:txBody>
      </p:sp>
      <p:sp>
        <p:nvSpPr>
          <p:cNvPr id="10" name="PlaceHolder 2"/>
          <p:cNvSpPr>
            <a:spLocks noGrp="1"/>
          </p:cNvSpPr>
          <p:nvPr>
            <p:ph type="title"/>
          </p:nvPr>
        </p:nvSpPr>
        <p:spPr>
          <a:xfrm>
            <a:off x="4599720" y="389520"/>
            <a:ext cx="690480" cy="432360"/>
          </a:xfrm>
          <a:prstGeom prst="rect">
            <a:avLst/>
          </a:prstGeom>
          <a:noFill/>
          <a:ln w="0">
            <a:noFill/>
          </a:ln>
        </p:spPr>
        <p:txBody>
          <a:bodyPr lIns="91440" rIns="91440" tIns="91440" bIns="91440" anchor="ctr">
            <a:noAutofit/>
          </a:bodyPr>
          <a:p>
            <a:pPr indent="0" algn="ctr">
              <a:lnSpc>
                <a:spcPct val="70000"/>
              </a:lnSpc>
              <a:buNone/>
            </a:pPr>
            <a:r>
              <a:rPr b="1" lang="fr-FR" sz="2100" strike="noStrike" u="none">
                <a:solidFill>
                  <a:schemeClr val="dk2"/>
                </a:solidFill>
                <a:effectLst/>
                <a:uFillTx/>
                <a:latin typeface="Bricolage Grotesque"/>
                <a:ea typeface="Bricolage Grotesque"/>
              </a:rPr>
              <a:t>xx%</a:t>
            </a:r>
            <a:endParaRPr b="0" lang="fr-FR" sz="2100" strike="noStrike" u="none">
              <a:solidFill>
                <a:schemeClr val="dk1"/>
              </a:solidFill>
              <a:effectLst/>
              <a:uFillTx/>
              <a:latin typeface="Arial"/>
            </a:endParaRPr>
          </a:p>
        </p:txBody>
      </p:sp>
      <p:sp>
        <p:nvSpPr>
          <p:cNvPr id="11" name="PlaceHolder 3"/>
          <p:cNvSpPr>
            <a:spLocks noGrp="1"/>
          </p:cNvSpPr>
          <p:nvPr>
            <p:ph type="title"/>
          </p:nvPr>
        </p:nvSpPr>
        <p:spPr>
          <a:xfrm>
            <a:off x="4599720" y="961560"/>
            <a:ext cx="690480" cy="432360"/>
          </a:xfrm>
          <a:prstGeom prst="rect">
            <a:avLst/>
          </a:prstGeom>
          <a:noFill/>
          <a:ln w="0">
            <a:noFill/>
          </a:ln>
        </p:spPr>
        <p:txBody>
          <a:bodyPr lIns="91440" rIns="91440" tIns="91440" bIns="91440" anchor="ctr">
            <a:noAutofit/>
          </a:bodyPr>
          <a:p>
            <a:pPr indent="0" algn="ctr">
              <a:lnSpc>
                <a:spcPct val="70000"/>
              </a:lnSpc>
              <a:buNone/>
            </a:pPr>
            <a:r>
              <a:rPr b="1" lang="fr-FR" sz="2100" strike="noStrike" u="none">
                <a:solidFill>
                  <a:schemeClr val="dk2"/>
                </a:solidFill>
                <a:effectLst/>
                <a:uFillTx/>
                <a:latin typeface="Bricolage Grotesque"/>
                <a:ea typeface="Bricolage Grotesque"/>
              </a:rPr>
              <a:t>xx%</a:t>
            </a:r>
            <a:endParaRPr b="0" lang="fr-FR" sz="2100" strike="noStrike" u="none">
              <a:solidFill>
                <a:schemeClr val="dk1"/>
              </a:solidFill>
              <a:effectLst/>
              <a:uFillTx/>
              <a:latin typeface="Arial"/>
            </a:endParaRPr>
          </a:p>
        </p:txBody>
      </p:sp>
      <p:sp>
        <p:nvSpPr>
          <p:cNvPr id="12" name="PlaceHolder 4"/>
          <p:cNvSpPr>
            <a:spLocks noGrp="1"/>
          </p:cNvSpPr>
          <p:nvPr>
            <p:ph type="title"/>
          </p:nvPr>
        </p:nvSpPr>
        <p:spPr>
          <a:xfrm>
            <a:off x="4599720" y="1533600"/>
            <a:ext cx="690480" cy="432360"/>
          </a:xfrm>
          <a:prstGeom prst="rect">
            <a:avLst/>
          </a:prstGeom>
          <a:noFill/>
          <a:ln w="0">
            <a:noFill/>
          </a:ln>
        </p:spPr>
        <p:txBody>
          <a:bodyPr lIns="91440" rIns="91440" tIns="91440" bIns="91440" anchor="ctr">
            <a:noAutofit/>
          </a:bodyPr>
          <a:p>
            <a:pPr indent="0" algn="ctr">
              <a:lnSpc>
                <a:spcPct val="70000"/>
              </a:lnSpc>
              <a:buNone/>
            </a:pPr>
            <a:r>
              <a:rPr b="1" lang="fr-FR" sz="2100" strike="noStrike" u="none">
                <a:solidFill>
                  <a:schemeClr val="dk2"/>
                </a:solidFill>
                <a:effectLst/>
                <a:uFillTx/>
                <a:latin typeface="Bricolage Grotesque"/>
                <a:ea typeface="Bricolage Grotesque"/>
              </a:rPr>
              <a:t>xx%</a:t>
            </a:r>
            <a:endParaRPr b="0" lang="fr-FR" sz="2100" strike="noStrike" u="none">
              <a:solidFill>
                <a:schemeClr val="dk1"/>
              </a:solidFill>
              <a:effectLst/>
              <a:uFillTx/>
              <a:latin typeface="Arial"/>
            </a:endParaRPr>
          </a:p>
        </p:txBody>
      </p:sp>
      <p:sp>
        <p:nvSpPr>
          <p:cNvPr id="13" name="PlaceHolder 5"/>
          <p:cNvSpPr>
            <a:spLocks noGrp="1"/>
          </p:cNvSpPr>
          <p:nvPr>
            <p:ph type="title"/>
          </p:nvPr>
        </p:nvSpPr>
        <p:spPr>
          <a:xfrm>
            <a:off x="4599720" y="2105640"/>
            <a:ext cx="690480" cy="432360"/>
          </a:xfrm>
          <a:prstGeom prst="rect">
            <a:avLst/>
          </a:prstGeom>
          <a:noFill/>
          <a:ln w="0">
            <a:noFill/>
          </a:ln>
        </p:spPr>
        <p:txBody>
          <a:bodyPr lIns="91440" rIns="91440" tIns="91440" bIns="91440" anchor="ctr">
            <a:noAutofit/>
          </a:bodyPr>
          <a:p>
            <a:pPr indent="0" algn="ctr">
              <a:lnSpc>
                <a:spcPct val="70000"/>
              </a:lnSpc>
              <a:buNone/>
            </a:pPr>
            <a:r>
              <a:rPr b="1" lang="fr-FR" sz="2100" strike="noStrike" u="none">
                <a:solidFill>
                  <a:schemeClr val="dk2"/>
                </a:solidFill>
                <a:effectLst/>
                <a:uFillTx/>
                <a:latin typeface="Bricolage Grotesque"/>
                <a:ea typeface="Bricolage Grotesque"/>
              </a:rPr>
              <a:t>xx%</a:t>
            </a:r>
            <a:endParaRPr b="0" lang="fr-FR" sz="2100" strike="noStrike" u="none">
              <a:solidFill>
                <a:schemeClr val="dk1"/>
              </a:solidFill>
              <a:effectLst/>
              <a:uFillTx/>
              <a:latin typeface="Arial"/>
            </a:endParaRPr>
          </a:p>
        </p:txBody>
      </p:sp>
      <p:sp>
        <p:nvSpPr>
          <p:cNvPr id="14" name="PlaceHolder 6"/>
          <p:cNvSpPr>
            <a:spLocks noGrp="1"/>
          </p:cNvSpPr>
          <p:nvPr>
            <p:ph type="title"/>
          </p:nvPr>
        </p:nvSpPr>
        <p:spPr>
          <a:xfrm>
            <a:off x="4599720" y="2641320"/>
            <a:ext cx="690480" cy="432360"/>
          </a:xfrm>
          <a:prstGeom prst="rect">
            <a:avLst/>
          </a:prstGeom>
          <a:noFill/>
          <a:ln w="0">
            <a:noFill/>
          </a:ln>
        </p:spPr>
        <p:txBody>
          <a:bodyPr lIns="91440" rIns="91440" tIns="91440" bIns="91440" anchor="ctr">
            <a:noAutofit/>
          </a:bodyPr>
          <a:p>
            <a:pPr indent="0" algn="ctr">
              <a:lnSpc>
                <a:spcPct val="70000"/>
              </a:lnSpc>
              <a:buNone/>
            </a:pPr>
            <a:r>
              <a:rPr b="1" lang="fr-FR" sz="2100" strike="noStrike" u="none">
                <a:solidFill>
                  <a:schemeClr val="dk2"/>
                </a:solidFill>
                <a:effectLst/>
                <a:uFillTx/>
                <a:latin typeface="Bricolage Grotesque"/>
                <a:ea typeface="Bricolage Grotesque"/>
              </a:rPr>
              <a:t>xx%</a:t>
            </a:r>
            <a:endParaRPr b="0" lang="fr-FR" sz="2100" strike="noStrike" u="none">
              <a:solidFill>
                <a:schemeClr val="dk1"/>
              </a:solidFill>
              <a:effectLst/>
              <a:uFillTx/>
              <a:latin typeface="Arial"/>
            </a:endParaRPr>
          </a:p>
        </p:txBody>
      </p:sp>
      <p:sp>
        <p:nvSpPr>
          <p:cNvPr id="15" name="PlaceHolder 7"/>
          <p:cNvSpPr>
            <a:spLocks noGrp="1"/>
          </p:cNvSpPr>
          <p:nvPr>
            <p:ph type="title"/>
          </p:nvPr>
        </p:nvSpPr>
        <p:spPr>
          <a:xfrm>
            <a:off x="4599720" y="3213360"/>
            <a:ext cx="690480" cy="432360"/>
          </a:xfrm>
          <a:prstGeom prst="rect">
            <a:avLst/>
          </a:prstGeom>
          <a:noFill/>
          <a:ln w="0">
            <a:noFill/>
          </a:ln>
        </p:spPr>
        <p:txBody>
          <a:bodyPr lIns="91440" rIns="91440" tIns="91440" bIns="91440" anchor="ctr">
            <a:noAutofit/>
          </a:bodyPr>
          <a:p>
            <a:pPr indent="0" algn="ctr">
              <a:lnSpc>
                <a:spcPct val="70000"/>
              </a:lnSpc>
              <a:buNone/>
            </a:pPr>
            <a:r>
              <a:rPr b="1" lang="fr-FR" sz="2100" strike="noStrike" u="none">
                <a:solidFill>
                  <a:schemeClr val="dk2"/>
                </a:solidFill>
                <a:effectLst/>
                <a:uFillTx/>
                <a:latin typeface="Bricolage Grotesque"/>
                <a:ea typeface="Bricolage Grotesque"/>
              </a:rPr>
              <a:t>xx%</a:t>
            </a:r>
            <a:endParaRPr b="0" lang="fr-FR" sz="2100" strike="noStrike" u="none">
              <a:solidFill>
                <a:schemeClr val="dk1"/>
              </a:solidFill>
              <a:effectLst/>
              <a:uFillTx/>
              <a:latin typeface="Arial"/>
            </a:endParaRPr>
          </a:p>
        </p:txBody>
      </p:sp>
      <p:sp>
        <p:nvSpPr>
          <p:cNvPr id="16" name="PlaceHolder 8"/>
          <p:cNvSpPr>
            <a:spLocks noGrp="1"/>
          </p:cNvSpPr>
          <p:nvPr>
            <p:ph type="title"/>
          </p:nvPr>
        </p:nvSpPr>
        <p:spPr>
          <a:xfrm>
            <a:off x="4599720" y="3785400"/>
            <a:ext cx="690480" cy="432360"/>
          </a:xfrm>
          <a:prstGeom prst="rect">
            <a:avLst/>
          </a:prstGeom>
          <a:noFill/>
          <a:ln w="0">
            <a:noFill/>
          </a:ln>
        </p:spPr>
        <p:txBody>
          <a:bodyPr lIns="91440" rIns="91440" tIns="91440" bIns="91440" anchor="ctr">
            <a:noAutofit/>
          </a:bodyPr>
          <a:p>
            <a:pPr indent="0" algn="ctr">
              <a:lnSpc>
                <a:spcPct val="70000"/>
              </a:lnSpc>
              <a:buNone/>
            </a:pPr>
            <a:r>
              <a:rPr b="1" lang="fr-FR" sz="2100" strike="noStrike" u="none">
                <a:solidFill>
                  <a:schemeClr val="dk2"/>
                </a:solidFill>
                <a:effectLst/>
                <a:uFillTx/>
                <a:latin typeface="Bricolage Grotesque"/>
                <a:ea typeface="Bricolage Grotesque"/>
              </a:rPr>
              <a:t>xx%</a:t>
            </a:r>
            <a:endParaRPr b="0" lang="fr-FR" sz="2100" strike="noStrike" u="none">
              <a:solidFill>
                <a:schemeClr val="dk1"/>
              </a:solidFill>
              <a:effectLst/>
              <a:uFillTx/>
              <a:latin typeface="Arial"/>
            </a:endParaRPr>
          </a:p>
        </p:txBody>
      </p:sp>
      <p:sp>
        <p:nvSpPr>
          <p:cNvPr id="17" name="PlaceHolder 9"/>
          <p:cNvSpPr>
            <a:spLocks noGrp="1"/>
          </p:cNvSpPr>
          <p:nvPr>
            <p:ph type="title"/>
          </p:nvPr>
        </p:nvSpPr>
        <p:spPr>
          <a:xfrm>
            <a:off x="4599720" y="4357440"/>
            <a:ext cx="690480" cy="432360"/>
          </a:xfrm>
          <a:prstGeom prst="rect">
            <a:avLst/>
          </a:prstGeom>
          <a:noFill/>
          <a:ln w="0">
            <a:noFill/>
          </a:ln>
        </p:spPr>
        <p:txBody>
          <a:bodyPr lIns="91440" rIns="91440" tIns="91440" bIns="91440" anchor="ctr">
            <a:noAutofit/>
          </a:bodyPr>
          <a:p>
            <a:pPr indent="0" algn="ctr">
              <a:lnSpc>
                <a:spcPct val="70000"/>
              </a:lnSpc>
              <a:buNone/>
            </a:pPr>
            <a:r>
              <a:rPr b="1" lang="fr-FR" sz="2100" strike="noStrike" u="none">
                <a:solidFill>
                  <a:schemeClr val="dk2"/>
                </a:solidFill>
                <a:effectLst/>
                <a:uFillTx/>
                <a:latin typeface="Bricolage Grotesque"/>
                <a:ea typeface="Bricolage Grotesque"/>
              </a:rPr>
              <a:t>xx%</a:t>
            </a:r>
            <a:endParaRPr b="0" lang="fr-FR" sz="2100" strike="noStrike" u="none">
              <a:solidFill>
                <a:schemeClr val="dk1"/>
              </a:solidFill>
              <a:effectLst/>
              <a:uFillTx/>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4">
    <p:bg>
      <p:bgPr>
        <a:solidFill>
          <a:schemeClr val="lt1"/>
        </a:solidFill>
      </p:bgPr>
    </p:bg>
    <p:spTree>
      <p:nvGrpSpPr>
        <p:cNvPr id="1" name=""/>
        <p:cNvGrpSpPr/>
        <p:nvPr/>
      </p:nvGrpSpPr>
      <p:grpSpPr>
        <a:xfrm>
          <a:off x="0" y="0"/>
          <a:ext cx="0" cy="0"/>
          <a:chOff x="0" y="0"/>
          <a:chExt cx="0" cy="0"/>
        </a:xfrm>
      </p:grpSpPr>
      <p:pic>
        <p:nvPicPr>
          <p:cNvPr id="18" name="Google Shape;70;p14" descr=""/>
          <p:cNvPicPr/>
          <p:nvPr/>
        </p:nvPicPr>
        <p:blipFill>
          <a:blip r:embed="rId2"/>
          <a:srcRect l="1028" t="3591" r="61317" b="2908"/>
          <a:stretch/>
        </p:blipFill>
        <p:spPr>
          <a:xfrm>
            <a:off x="177480" y="167040"/>
            <a:ext cx="2734200" cy="4808880"/>
          </a:xfrm>
          <a:prstGeom prst="rect">
            <a:avLst/>
          </a:prstGeom>
          <a:noFill/>
          <a:ln w="0">
            <a:noFill/>
          </a:ln>
        </p:spPr>
      </p:pic>
      <p:sp>
        <p:nvSpPr>
          <p:cNvPr id="19" name="PlaceHolder 1"/>
          <p:cNvSpPr>
            <a:spLocks noGrp="1"/>
          </p:cNvSpPr>
          <p:nvPr>
            <p:ph type="title"/>
          </p:nvPr>
        </p:nvSpPr>
        <p:spPr>
          <a:xfrm>
            <a:off x="597600" y="1332000"/>
            <a:ext cx="3589920" cy="2479320"/>
          </a:xfrm>
          <a:prstGeom prst="rect">
            <a:avLst/>
          </a:prstGeom>
          <a:noFill/>
          <a:ln w="0">
            <a:noFill/>
          </a:ln>
        </p:spPr>
        <p:txBody>
          <a:bodyPr lIns="91440" rIns="91440" tIns="91440" bIns="91440" anchor="t">
            <a:noAutofit/>
          </a:bodyPr>
          <a:p>
            <a:pPr indent="0">
              <a:buNone/>
            </a:pPr>
            <a:r>
              <a:rPr b="0" lang="fr-FR" sz="3100" strike="noStrike" u="none">
                <a:solidFill>
                  <a:schemeClr val="dk1"/>
                </a:solidFill>
                <a:effectLst/>
                <a:uFillTx/>
                <a:latin typeface="Arial"/>
              </a:rPr>
              <a:t>Click to edit the title text format</a:t>
            </a:r>
            <a:endParaRPr b="0" lang="fr-FR" sz="3100" strike="noStrike" u="none">
              <a:solidFill>
                <a:schemeClr val="dk1"/>
              </a:solidFill>
              <a:effectLst/>
              <a:uFillTx/>
              <a:latin typeface="Arial"/>
            </a:endParaRPr>
          </a:p>
        </p:txBody>
      </p:sp>
      <p:sp>
        <p:nvSpPr>
          <p:cNvPr id="20" name="Google Shape;73;p14"/>
          <p:cNvSpPr/>
          <p:nvPr/>
        </p:nvSpPr>
        <p:spPr>
          <a:xfrm>
            <a:off x="6144840" y="-3550680"/>
            <a:ext cx="4763880" cy="4763880"/>
          </a:xfrm>
          <a:prstGeom prst="ellipse">
            <a:avLst/>
          </a:prstGeom>
          <a:noFill/>
          <a:ln w="9525">
            <a:solidFill>
              <a:srgbClr val="fff5e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1"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Fifth Outline Level</a:t>
            </a:r>
            <a:endParaRPr b="0" lang="fr-FR" sz="20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Sixth Outline Level</a:t>
            </a:r>
            <a:endParaRPr b="0" lang="fr-FR" sz="20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Seventh Outline Level</a:t>
            </a:r>
            <a:endParaRPr b="0" lang="fr-FR" sz="2000" strike="noStrike" u="none">
              <a:solidFill>
                <a:srgbClr val="000000"/>
              </a:solidFill>
              <a:effectLst/>
              <a:uFillTx/>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_1">
    <p:bg>
      <p:bgPr>
        <a:solidFill>
          <a:schemeClr val="lt1"/>
        </a:solidFill>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4627440" y="230040"/>
            <a:ext cx="3905640" cy="758520"/>
          </a:xfrm>
          <a:prstGeom prst="rect">
            <a:avLst/>
          </a:prstGeom>
          <a:noFill/>
          <a:ln w="0">
            <a:noFill/>
          </a:ln>
        </p:spPr>
        <p:txBody>
          <a:bodyPr lIns="91440" rIns="91440" tIns="91440" bIns="91440" anchor="t">
            <a:noAutofit/>
          </a:bodyPr>
          <a:p>
            <a:pPr indent="0">
              <a:buNone/>
            </a:pPr>
            <a:r>
              <a:rPr b="0" lang="fr-FR" sz="2600" strike="noStrike" u="none">
                <a:solidFill>
                  <a:schemeClr val="dk1"/>
                </a:solidFill>
                <a:effectLst/>
                <a:uFillTx/>
                <a:latin typeface="Arial"/>
              </a:rPr>
              <a:t>Click to edit the title text format</a:t>
            </a:r>
            <a:endParaRPr b="0" lang="fr-FR" sz="2600" strike="noStrike" u="none">
              <a:solidFill>
                <a:schemeClr val="dk1"/>
              </a:solidFill>
              <a:effectLst/>
              <a:uFillTx/>
              <a:latin typeface="Arial"/>
            </a:endParaRPr>
          </a:p>
        </p:txBody>
      </p:sp>
      <p:sp>
        <p:nvSpPr>
          <p:cNvPr id="23" name="PlaceHolder 2"/>
          <p:cNvSpPr>
            <a:spLocks noGrp="1"/>
          </p:cNvSpPr>
          <p:nvPr>
            <p:ph type="body"/>
          </p:nvPr>
        </p:nvSpPr>
        <p:spPr>
          <a:xfrm>
            <a:off x="0" y="0"/>
            <a:ext cx="4294440" cy="5143320"/>
          </a:xfrm>
          <a:prstGeom prst="rect">
            <a:avLst/>
          </a:prstGeom>
          <a:noFill/>
          <a:ln w="0">
            <a:noFill/>
          </a:ln>
        </p:spPr>
        <p:txBody>
          <a:bodyPr lIns="90000" rIns="90000" tIns="45000" bIns="45000" anchor="t">
            <a:normAutofit/>
          </a:bodyPr>
          <a:p>
            <a:pPr marL="432000" indent="-324000">
              <a:spcBef>
                <a:spcPts val="1417"/>
              </a:spcBef>
              <a:buClr>
                <a:srgbClr val="ffffff"/>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6">
    <p:bg>
      <p:bgPr>
        <a:solidFill>
          <a:schemeClr val="lt1"/>
        </a:solidFill>
      </p:bgPr>
    </p:bg>
    <p:spTree>
      <p:nvGrpSpPr>
        <p:cNvPr id="1" name=""/>
        <p:cNvGrpSpPr/>
        <p:nvPr/>
      </p:nvGrpSpPr>
      <p:grpSpPr>
        <a:xfrm>
          <a:off x="0" y="0"/>
          <a:ext cx="0" cy="0"/>
          <a:chOff x="0" y="0"/>
          <a:chExt cx="0" cy="0"/>
        </a:xfrm>
      </p:grpSpPr>
      <p:pic>
        <p:nvPicPr>
          <p:cNvPr id="24" name="Google Shape;79;p16" descr=""/>
          <p:cNvPicPr/>
          <p:nvPr/>
        </p:nvPicPr>
        <p:blipFill>
          <a:blip r:embed="rId2"/>
          <a:srcRect l="1030" t="3591" r="72640" b="2908"/>
          <a:stretch/>
        </p:blipFill>
        <p:spPr>
          <a:xfrm>
            <a:off x="7058160" y="167040"/>
            <a:ext cx="1911600" cy="4808880"/>
          </a:xfrm>
          <a:prstGeom prst="rect">
            <a:avLst/>
          </a:prstGeom>
          <a:noFill/>
          <a:ln w="0">
            <a:noFill/>
          </a:ln>
        </p:spPr>
      </p:pic>
      <p:sp>
        <p:nvSpPr>
          <p:cNvPr id="25" name="PlaceHolder 1"/>
          <p:cNvSpPr>
            <a:spLocks noGrp="1"/>
          </p:cNvSpPr>
          <p:nvPr>
            <p:ph type="title"/>
          </p:nvPr>
        </p:nvSpPr>
        <p:spPr>
          <a:xfrm>
            <a:off x="4746240" y="228600"/>
            <a:ext cx="4168800" cy="572400"/>
          </a:xfrm>
          <a:prstGeom prst="rect">
            <a:avLst/>
          </a:prstGeom>
          <a:noFill/>
          <a:ln w="0">
            <a:noFill/>
          </a:ln>
        </p:spPr>
        <p:txBody>
          <a:bodyPr lIns="91440" rIns="91440" tIns="91440" bIns="91440" anchor="t">
            <a:noAutofit/>
          </a:bodyPr>
          <a:p>
            <a:pPr indent="0">
              <a:buNone/>
            </a:pPr>
            <a:r>
              <a:rPr b="0" lang="fr-FR" sz="2600" strike="noStrike" u="none">
                <a:solidFill>
                  <a:schemeClr val="dk1"/>
                </a:solidFill>
                <a:effectLst/>
                <a:uFillTx/>
                <a:latin typeface="Arial"/>
              </a:rPr>
              <a:t>Click to edit the title text format</a:t>
            </a:r>
            <a:endParaRPr b="0" lang="fr-FR" sz="2600" strike="noStrike" u="none">
              <a:solidFill>
                <a:schemeClr val="dk1"/>
              </a:solidFill>
              <a:effectLst/>
              <a:uFillTx/>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5">
    <p:bg>
      <p:bgPr>
        <a:solidFill>
          <a:schemeClr val="lt1"/>
        </a:solidFill>
      </p:bgPr>
    </p:bg>
    <p:spTree>
      <p:nvGrpSpPr>
        <p:cNvPr id="1" name=""/>
        <p:cNvGrpSpPr/>
        <p:nvPr/>
      </p:nvGrpSpPr>
      <p:grpSpPr>
        <a:xfrm>
          <a:off x="0" y="0"/>
          <a:ext cx="0" cy="0"/>
          <a:chOff x="0" y="0"/>
          <a:chExt cx="0" cy="0"/>
        </a:xfrm>
      </p:grpSpPr>
      <p:pic>
        <p:nvPicPr>
          <p:cNvPr id="26" name="Google Shape;88;p17" descr=""/>
          <p:cNvPicPr/>
          <p:nvPr/>
        </p:nvPicPr>
        <p:blipFill>
          <a:blip r:embed="rId2"/>
          <a:srcRect l="1030" t="3591" r="77067" b="2908"/>
          <a:stretch/>
        </p:blipFill>
        <p:spPr>
          <a:xfrm>
            <a:off x="173880" y="167040"/>
            <a:ext cx="1590120" cy="4808880"/>
          </a:xfrm>
          <a:prstGeom prst="rect">
            <a:avLst/>
          </a:prstGeom>
          <a:noFill/>
          <a:ln w="0">
            <a:noFill/>
          </a:ln>
        </p:spPr>
      </p:pic>
      <p:sp>
        <p:nvSpPr>
          <p:cNvPr id="27" name="PlaceHolder 1"/>
          <p:cNvSpPr>
            <a:spLocks noGrp="1"/>
          </p:cNvSpPr>
          <p:nvPr>
            <p:ph type="title"/>
          </p:nvPr>
        </p:nvSpPr>
        <p:spPr>
          <a:xfrm>
            <a:off x="228600" y="228600"/>
            <a:ext cx="4475880" cy="572400"/>
          </a:xfrm>
          <a:prstGeom prst="rect">
            <a:avLst/>
          </a:prstGeom>
          <a:noFill/>
          <a:ln w="0">
            <a:noFill/>
          </a:ln>
        </p:spPr>
        <p:txBody>
          <a:bodyPr lIns="91440" rIns="91440" tIns="91440" bIns="91440" anchor="t">
            <a:noAutofit/>
          </a:bodyPr>
          <a:p>
            <a:pPr indent="0">
              <a:buNone/>
            </a:pPr>
            <a:r>
              <a:rPr b="0" lang="fr-FR" sz="2600" strike="noStrike" u="none">
                <a:solidFill>
                  <a:schemeClr val="dk1"/>
                </a:solidFill>
                <a:effectLst/>
                <a:uFillTx/>
                <a:latin typeface="Arial"/>
              </a:rPr>
              <a:t>Click to edit the title text format</a:t>
            </a:r>
            <a:endParaRPr b="0" lang="fr-FR" sz="2600" strike="noStrike" u="none">
              <a:solidFill>
                <a:schemeClr val="dk1"/>
              </a:solidFill>
              <a:effectLst/>
              <a:uFillTx/>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0">
    <p:bg>
      <p:bgPr>
        <a:solidFill>
          <a:schemeClr val="lt1"/>
        </a:solidFill>
      </p:bgPr>
    </p:bg>
    <p:spTree>
      <p:nvGrpSpPr>
        <p:cNvPr id="1" name=""/>
        <p:cNvGrpSpPr/>
        <p:nvPr/>
      </p:nvGrpSpPr>
      <p:grpSpPr>
        <a:xfrm>
          <a:off x="0" y="0"/>
          <a:ext cx="0" cy="0"/>
          <a:chOff x="0" y="0"/>
          <a:chExt cx="0" cy="0"/>
        </a:xfrm>
      </p:grpSpPr>
      <p:sp>
        <p:nvSpPr>
          <p:cNvPr id="28" name="Google Shape;99;p18"/>
          <p:cNvSpPr/>
          <p:nvPr/>
        </p:nvSpPr>
        <p:spPr>
          <a:xfrm>
            <a:off x="-3257640" y="3644280"/>
            <a:ext cx="4763880" cy="4763880"/>
          </a:xfrm>
          <a:prstGeom prst="ellipse">
            <a:avLst/>
          </a:prstGeom>
          <a:noFill/>
          <a:ln w="9525">
            <a:solidFill>
              <a:srgbClr val="fff5e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pic>
        <p:nvPicPr>
          <p:cNvPr id="29" name="Google Shape;100;p18" descr=""/>
          <p:cNvPicPr/>
          <p:nvPr/>
        </p:nvPicPr>
        <p:blipFill>
          <a:blip r:embed="rId2"/>
          <a:srcRect l="1030" t="3591" r="92862" b="2908"/>
          <a:stretch/>
        </p:blipFill>
        <p:spPr>
          <a:xfrm>
            <a:off x="173880" y="167040"/>
            <a:ext cx="442440" cy="4808880"/>
          </a:xfrm>
          <a:prstGeom prst="rect">
            <a:avLst/>
          </a:prstGeom>
          <a:noFill/>
          <a:ln w="0">
            <a:noFill/>
          </a:ln>
        </p:spPr>
      </p:pic>
      <p:sp>
        <p:nvSpPr>
          <p:cNvPr id="30" name="PlaceHolder 1"/>
          <p:cNvSpPr>
            <a:spLocks noGrp="1"/>
          </p:cNvSpPr>
          <p:nvPr>
            <p:ph type="title"/>
          </p:nvPr>
        </p:nvSpPr>
        <p:spPr>
          <a:xfrm>
            <a:off x="228600" y="228600"/>
            <a:ext cx="3256920" cy="666720"/>
          </a:xfrm>
          <a:prstGeom prst="rect">
            <a:avLst/>
          </a:prstGeom>
          <a:noFill/>
          <a:ln w="0">
            <a:noFill/>
          </a:ln>
        </p:spPr>
        <p:txBody>
          <a:bodyPr lIns="91440" rIns="91440" tIns="91440" bIns="91440" anchor="t">
            <a:noAutofit/>
          </a:bodyPr>
          <a:p>
            <a:pPr indent="0">
              <a:buNone/>
            </a:pPr>
            <a:r>
              <a:rPr b="0" lang="fr-FR" sz="2600" strike="noStrike" u="none">
                <a:solidFill>
                  <a:schemeClr val="dk1"/>
                </a:solidFill>
                <a:effectLst/>
                <a:uFillTx/>
                <a:latin typeface="Arial"/>
              </a:rPr>
              <a:t>Click to edit the title text format</a:t>
            </a:r>
            <a:endParaRPr b="0" lang="fr-FR" sz="2600" strike="noStrike" u="none">
              <a:solidFill>
                <a:schemeClr val="dk1"/>
              </a:solidFill>
              <a:effectLst/>
              <a:uFillTx/>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3_1">
    <p:bg>
      <p:bgPr>
        <a:solidFill>
          <a:schemeClr val="lt1"/>
        </a:solidFill>
      </p:bgPr>
    </p:bg>
    <p:spTree>
      <p:nvGrpSpPr>
        <p:cNvPr id="1" name=""/>
        <p:cNvGrpSpPr/>
        <p:nvPr/>
      </p:nvGrpSpPr>
      <p:grpSpPr>
        <a:xfrm>
          <a:off x="0" y="0"/>
          <a:ext cx="0" cy="0"/>
          <a:chOff x="0" y="0"/>
          <a:chExt cx="0" cy="0"/>
        </a:xfrm>
      </p:grpSpPr>
      <p:sp>
        <p:nvSpPr>
          <p:cNvPr id="31" name="Google Shape;103;p19"/>
          <p:cNvSpPr/>
          <p:nvPr/>
        </p:nvSpPr>
        <p:spPr>
          <a:xfrm>
            <a:off x="4689000" y="3884400"/>
            <a:ext cx="4763880" cy="4763880"/>
          </a:xfrm>
          <a:prstGeom prst="ellipse">
            <a:avLst/>
          </a:prstGeom>
          <a:noFill/>
          <a:ln w="9525">
            <a:solidFill>
              <a:srgbClr val="fff5e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pic>
        <p:nvPicPr>
          <p:cNvPr id="32" name="Google Shape;104;p19" descr=""/>
          <p:cNvPicPr/>
          <p:nvPr/>
        </p:nvPicPr>
        <p:blipFill>
          <a:blip r:embed="rId2"/>
          <a:srcRect l="16965" t="3591" r="30236" b="2908"/>
          <a:stretch/>
        </p:blipFill>
        <p:spPr>
          <a:xfrm>
            <a:off x="5135400" y="167040"/>
            <a:ext cx="3834360" cy="4808880"/>
          </a:xfrm>
          <a:prstGeom prst="rect">
            <a:avLst/>
          </a:prstGeom>
          <a:noFill/>
          <a:ln w="0">
            <a:noFill/>
          </a:ln>
        </p:spPr>
      </p:pic>
      <p:sp>
        <p:nvSpPr>
          <p:cNvPr id="33" name="PlaceHolder 1"/>
          <p:cNvSpPr>
            <a:spLocks noGrp="1"/>
          </p:cNvSpPr>
          <p:nvPr>
            <p:ph type="title"/>
          </p:nvPr>
        </p:nvSpPr>
        <p:spPr>
          <a:xfrm>
            <a:off x="5184720" y="454320"/>
            <a:ext cx="3713760" cy="1729080"/>
          </a:xfrm>
          <a:prstGeom prst="rect">
            <a:avLst/>
          </a:prstGeom>
          <a:noFill/>
          <a:ln w="0">
            <a:noFill/>
          </a:ln>
        </p:spPr>
        <p:txBody>
          <a:bodyPr lIns="91440" rIns="91440" tIns="91440" bIns="91440" anchor="b">
            <a:noAutofit/>
          </a:bodyPr>
          <a:p>
            <a:pPr indent="0">
              <a:buNone/>
            </a:pPr>
            <a:r>
              <a:rPr b="0" lang="fr-FR" sz="7300" strike="noStrike" u="none">
                <a:solidFill>
                  <a:schemeClr val="dk1"/>
                </a:solidFill>
                <a:effectLst/>
                <a:uFillTx/>
                <a:latin typeface="Arial"/>
              </a:rPr>
              <a:t>Click to edit the title text format</a:t>
            </a:r>
            <a:endParaRPr b="0" lang="fr-FR" sz="7300" strike="noStrike" u="none">
              <a:solidFill>
                <a:schemeClr val="dk1"/>
              </a:solidFill>
              <a:effectLst/>
              <a:uFillTx/>
              <a:latin typeface="Arial"/>
            </a:endParaRPr>
          </a:p>
        </p:txBody>
      </p:sp>
      <p:sp>
        <p:nvSpPr>
          <p:cNvPr id="34" name="Google Shape;107;p19"/>
          <p:cNvSpPr/>
          <p:nvPr/>
        </p:nvSpPr>
        <p:spPr>
          <a:xfrm>
            <a:off x="239040" y="3899520"/>
            <a:ext cx="4945320" cy="555840"/>
          </a:xfrm>
          <a:prstGeom prst="rect">
            <a:avLst/>
          </a:prstGeom>
          <a:noFill/>
          <a:ln w="0">
            <a:noFill/>
          </a:ln>
        </p:spPr>
        <p:style>
          <a:lnRef idx="0"/>
          <a:fillRef idx="0"/>
          <a:effectRef idx="0"/>
          <a:fontRef idx="minor"/>
        </p:style>
        <p:txBody>
          <a:bodyPr tIns="91440" bIns="91440" anchor="t">
            <a:noAutofit/>
          </a:bodyPr>
          <a:p>
            <a:pPr defTabSz="914400">
              <a:lnSpc>
                <a:spcPct val="100000"/>
              </a:lnSpc>
              <a:spcBef>
                <a:spcPts val="300"/>
              </a:spcBef>
              <a:tabLst>
                <a:tab algn="l" pos="0"/>
              </a:tabLst>
            </a:pPr>
            <a:r>
              <a:rPr b="1" lang="en" sz="1000" strike="noStrike" u="none">
                <a:solidFill>
                  <a:schemeClr val="dk1"/>
                </a:solidFill>
                <a:effectLst/>
                <a:uFillTx/>
                <a:latin typeface="Anaheim"/>
                <a:ea typeface="Anaheim"/>
              </a:rPr>
              <a:t>CREDITS:</a:t>
            </a:r>
            <a:r>
              <a:rPr b="0" lang="en" sz="1000" strike="noStrike" u="none">
                <a:solidFill>
                  <a:schemeClr val="dk1"/>
                </a:solidFill>
                <a:effectLst/>
                <a:uFillTx/>
                <a:latin typeface="Anaheim"/>
                <a:ea typeface="Anaheim"/>
              </a:rPr>
              <a:t> This presentation template was created by </a:t>
            </a:r>
            <a:r>
              <a:rPr b="1" lang="en" sz="1000" strike="noStrike" u="sng">
                <a:solidFill>
                  <a:schemeClr val="hlink"/>
                </a:solidFill>
                <a:effectLst/>
                <a:uFillTx/>
                <a:latin typeface="Anaheim"/>
                <a:ea typeface="Anaheim"/>
                <a:hlinkClick r:id="rId3"/>
              </a:rPr>
              <a:t>Slidesgo</a:t>
            </a:r>
            <a:r>
              <a:rPr b="0" lang="en" sz="1000" strike="noStrike" u="none">
                <a:solidFill>
                  <a:schemeClr val="dk1"/>
                </a:solidFill>
                <a:effectLst/>
                <a:uFillTx/>
                <a:latin typeface="Anaheim"/>
                <a:ea typeface="Anaheim"/>
              </a:rPr>
              <a:t>, and includes icons, infographics &amp; images by </a:t>
            </a:r>
            <a:r>
              <a:rPr b="1" lang="en" sz="1000" strike="noStrike" u="sng">
                <a:solidFill>
                  <a:schemeClr val="dk1"/>
                </a:solidFill>
                <a:effectLst/>
                <a:uFillTx/>
                <a:latin typeface="Anaheim"/>
                <a:ea typeface="Anaheim"/>
                <a:hlinkClick r:id="rId4"/>
              </a:rPr>
              <a:t>Freepik</a:t>
            </a:r>
            <a:r>
              <a:rPr b="0" lang="en" sz="1000" strike="noStrike" u="sng">
                <a:solidFill>
                  <a:schemeClr val="dk1"/>
                </a:solidFill>
                <a:effectLst/>
                <a:uFillTx/>
                <a:latin typeface="Anaheim"/>
                <a:ea typeface="Anaheim"/>
              </a:rPr>
              <a:t> </a:t>
            </a:r>
            <a:endParaRPr b="0" lang="en-US" sz="1000" strike="noStrike" u="none">
              <a:solidFill>
                <a:srgbClr val="ffffff"/>
              </a:solidFill>
              <a:effectLst/>
              <a:uFillTx/>
              <a:latin typeface="OpenSymbo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9">
    <p:bg>
      <p:bgPr>
        <a:solidFill>
          <a:schemeClr val="lt1"/>
        </a:solidFill>
      </p:bgPr>
    </p:bg>
    <p:spTree>
      <p:nvGrpSpPr>
        <p:cNvPr id="1" name=""/>
        <p:cNvGrpSpPr/>
        <p:nvPr/>
      </p:nvGrpSpPr>
      <p:grpSpPr>
        <a:xfrm>
          <a:off x="0" y="0"/>
          <a:ext cx="0" cy="0"/>
          <a:chOff x="0" y="0"/>
          <a:chExt cx="0" cy="0"/>
        </a:xfrm>
      </p:grpSpPr>
      <p:sp>
        <p:nvSpPr>
          <p:cNvPr id="35" name="Google Shape;109;p20"/>
          <p:cNvSpPr/>
          <p:nvPr/>
        </p:nvSpPr>
        <p:spPr>
          <a:xfrm>
            <a:off x="2189880" y="-3694680"/>
            <a:ext cx="4763880" cy="4763880"/>
          </a:xfrm>
          <a:prstGeom prst="ellipse">
            <a:avLst/>
          </a:prstGeom>
          <a:noFill/>
          <a:ln w="9525">
            <a:solidFill>
              <a:srgbClr val="fff5e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pic>
        <p:nvPicPr>
          <p:cNvPr id="36" name="Google Shape;110;p20" descr=""/>
          <p:cNvPicPr/>
          <p:nvPr/>
        </p:nvPicPr>
        <p:blipFill>
          <a:blip r:embed="rId2"/>
          <a:srcRect l="1028" t="3591" r="38467" b="2908"/>
          <a:stretch/>
        </p:blipFill>
        <p:spPr>
          <a:xfrm>
            <a:off x="177480" y="167040"/>
            <a:ext cx="4394160" cy="4808880"/>
          </a:xfrm>
          <a:prstGeom prst="rect">
            <a:avLst/>
          </a:prstGeom>
          <a:noFill/>
          <a:ln w="0">
            <a:noFill/>
          </a:ln>
        </p:spPr>
      </p:pic>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bg>
      <p:bgPr>
        <a:solidFill>
          <a:schemeClr val="lt1"/>
        </a:solidFill>
      </p:bgPr>
    </p:bg>
    <p:spTree>
      <p:nvGrpSpPr>
        <p:cNvPr id="1" name=""/>
        <p:cNvGrpSpPr/>
        <p:nvPr/>
      </p:nvGrpSpPr>
      <p:grpSpPr>
        <a:xfrm>
          <a:off x="0" y="0"/>
          <a:ext cx="0" cy="0"/>
          <a:chOff x="0" y="0"/>
          <a:chExt cx="0" cy="0"/>
        </a:xfrm>
      </p:grpSpPr>
      <p:sp>
        <p:nvSpPr>
          <p:cNvPr id="37" name="Google Shape;14;p3"/>
          <p:cNvSpPr/>
          <p:nvPr/>
        </p:nvSpPr>
        <p:spPr>
          <a:xfrm>
            <a:off x="2189880" y="4082760"/>
            <a:ext cx="4763880" cy="4763880"/>
          </a:xfrm>
          <a:prstGeom prst="ellipse">
            <a:avLst/>
          </a:prstGeom>
          <a:noFill/>
          <a:ln w="9525">
            <a:solidFill>
              <a:srgbClr val="fff5e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pic>
        <p:nvPicPr>
          <p:cNvPr id="38" name="Google Shape;15;p3" descr=""/>
          <p:cNvPicPr/>
          <p:nvPr/>
        </p:nvPicPr>
        <p:blipFill>
          <a:blip r:embed="rId2"/>
          <a:srcRect l="10335" t="3591" r="38467" b="2908"/>
          <a:stretch/>
        </p:blipFill>
        <p:spPr>
          <a:xfrm>
            <a:off x="5248080" y="167040"/>
            <a:ext cx="3718440" cy="4808880"/>
          </a:xfrm>
          <a:prstGeom prst="rect">
            <a:avLst/>
          </a:prstGeom>
          <a:noFill/>
          <a:ln w="0">
            <a:noFill/>
          </a:ln>
        </p:spPr>
      </p:pic>
      <p:sp>
        <p:nvSpPr>
          <p:cNvPr id="39" name="PlaceHolder 1"/>
          <p:cNvSpPr>
            <a:spLocks noGrp="1"/>
          </p:cNvSpPr>
          <p:nvPr>
            <p:ph type="title"/>
          </p:nvPr>
        </p:nvSpPr>
        <p:spPr>
          <a:xfrm>
            <a:off x="507600" y="1628640"/>
            <a:ext cx="5183640" cy="1886040"/>
          </a:xfrm>
          <a:prstGeom prst="rect">
            <a:avLst/>
          </a:prstGeom>
          <a:noFill/>
          <a:ln w="0">
            <a:noFill/>
          </a:ln>
        </p:spPr>
        <p:txBody>
          <a:bodyPr lIns="91440" rIns="91440" tIns="91440" bIns="91440" anchor="t">
            <a:noAutofit/>
          </a:bodyPr>
          <a:p>
            <a:pPr indent="0">
              <a:buNone/>
            </a:pPr>
            <a:r>
              <a:rPr b="0" lang="fr-FR" sz="5400" strike="noStrike" u="none">
                <a:solidFill>
                  <a:schemeClr val="dk1"/>
                </a:solidFill>
                <a:effectLst/>
                <a:uFillTx/>
                <a:latin typeface="Arial"/>
              </a:rPr>
              <a:t>Click to edit the title text format</a:t>
            </a:r>
            <a:endParaRPr b="0" lang="fr-FR" sz="5400" strike="noStrike" u="none">
              <a:solidFill>
                <a:schemeClr val="dk1"/>
              </a:solidFill>
              <a:effectLst/>
              <a:uFillTx/>
              <a:latin typeface="Arial"/>
            </a:endParaRPr>
          </a:p>
        </p:txBody>
      </p:sp>
      <p:sp>
        <p:nvSpPr>
          <p:cNvPr id="40" name="PlaceHolder 2"/>
          <p:cNvSpPr>
            <a:spLocks noGrp="1"/>
          </p:cNvSpPr>
          <p:nvPr>
            <p:ph type="title"/>
          </p:nvPr>
        </p:nvSpPr>
        <p:spPr>
          <a:xfrm>
            <a:off x="6340320" y="1919880"/>
            <a:ext cx="1335960" cy="1303560"/>
          </a:xfrm>
          <a:prstGeom prst="rect">
            <a:avLst/>
          </a:prstGeom>
          <a:noFill/>
          <a:ln w="0">
            <a:noFill/>
          </a:ln>
        </p:spPr>
        <p:txBody>
          <a:bodyPr lIns="91440" rIns="91440" tIns="91440" bIns="91440" anchor="b">
            <a:noAutofit/>
          </a:bodyPr>
          <a:p>
            <a:pPr indent="0">
              <a:lnSpc>
                <a:spcPct val="70000"/>
              </a:lnSpc>
              <a:buNone/>
            </a:pPr>
            <a:r>
              <a:rPr b="1" lang="fr-FR" sz="8000" strike="noStrike" u="none">
                <a:solidFill>
                  <a:schemeClr val="dk1"/>
                </a:solidFill>
                <a:effectLst/>
                <a:uFillTx/>
                <a:latin typeface="Bricolage Grotesque"/>
                <a:ea typeface="Bricolage Grotesque"/>
              </a:rPr>
              <a:t>xx%</a:t>
            </a:r>
            <a:endParaRPr b="0" lang="fr-FR" sz="8000" strike="noStrike" u="none">
              <a:solidFill>
                <a:schemeClr val="dk1"/>
              </a:solidFill>
              <a:effectLst/>
              <a:uFillTx/>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9_1">
    <p:bg>
      <p:bgPr>
        <a:solidFill>
          <a:schemeClr val="lt1"/>
        </a:solidFill>
      </p:bgPr>
    </p:bg>
    <p:spTree>
      <p:nvGrpSpPr>
        <p:cNvPr id="1" name=""/>
        <p:cNvGrpSpPr/>
        <p:nvPr/>
      </p:nvGrpSpPr>
      <p:grpSpPr>
        <a:xfrm>
          <a:off x="0" y="0"/>
          <a:ext cx="0" cy="0"/>
          <a:chOff x="0" y="0"/>
          <a:chExt cx="0" cy="0"/>
        </a:xfrm>
      </p:grpSpPr>
      <p:sp>
        <p:nvSpPr>
          <p:cNvPr id="41" name="Google Shape;112;p21"/>
          <p:cNvSpPr/>
          <p:nvPr/>
        </p:nvSpPr>
        <p:spPr>
          <a:xfrm>
            <a:off x="2189880" y="3437280"/>
            <a:ext cx="4763880" cy="4763880"/>
          </a:xfrm>
          <a:prstGeom prst="ellipse">
            <a:avLst/>
          </a:prstGeom>
          <a:noFill/>
          <a:ln w="9525">
            <a:solidFill>
              <a:srgbClr val="fff5e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pic>
        <p:nvPicPr>
          <p:cNvPr id="42" name="Google Shape;113;p21" descr=""/>
          <p:cNvPicPr/>
          <p:nvPr/>
        </p:nvPicPr>
        <p:blipFill>
          <a:blip r:embed="rId2"/>
          <a:srcRect l="10335" t="3591" r="38467" b="2908"/>
          <a:stretch/>
        </p:blipFill>
        <p:spPr>
          <a:xfrm>
            <a:off x="5248080" y="167040"/>
            <a:ext cx="3718440" cy="4808880"/>
          </a:xfrm>
          <a:prstGeom prst="rect">
            <a:avLst/>
          </a:prstGeom>
          <a:noFill/>
          <a:ln w="0">
            <a:noFill/>
          </a:ln>
        </p:spPr>
      </p:pic>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bg>
      <p:bgPr>
        <a:solidFill>
          <a:schemeClr val="lt1"/>
        </a:solidFill>
      </p:bgPr>
    </p:bg>
    <p:spTree>
      <p:nvGrpSpPr>
        <p:cNvPr id="1" name=""/>
        <p:cNvGrpSpPr/>
        <p:nvPr/>
      </p:nvGrpSpPr>
      <p:grpSpPr>
        <a:xfrm>
          <a:off x="0" y="0"/>
          <a:ext cx="0" cy="0"/>
          <a:chOff x="0" y="0"/>
          <a:chExt cx="0" cy="0"/>
        </a:xfrm>
      </p:grpSpPr>
      <p:sp>
        <p:nvSpPr>
          <p:cNvPr id="43" name="PlaceHolder 1"/>
          <p:cNvSpPr>
            <a:spLocks noGrp="1"/>
          </p:cNvSpPr>
          <p:nvPr>
            <p:ph type="title"/>
          </p:nvPr>
        </p:nvSpPr>
        <p:spPr>
          <a:xfrm>
            <a:off x="228600" y="228600"/>
            <a:ext cx="7703640" cy="572400"/>
          </a:xfrm>
          <a:prstGeom prst="rect">
            <a:avLst/>
          </a:prstGeom>
          <a:noFill/>
          <a:ln w="0">
            <a:noFill/>
          </a:ln>
        </p:spPr>
        <p:txBody>
          <a:bodyPr lIns="91440" rIns="91440" tIns="91440" bIns="91440" anchor="t">
            <a:noAutofit/>
          </a:bodyPr>
          <a:p>
            <a:pPr indent="0">
              <a:buNone/>
            </a:pPr>
            <a:r>
              <a:rPr b="0" lang="fr-FR" sz="2600" strike="noStrike" u="none">
                <a:solidFill>
                  <a:schemeClr val="dk1"/>
                </a:solidFill>
                <a:effectLst/>
                <a:uFillTx/>
                <a:latin typeface="Arial"/>
              </a:rPr>
              <a:t>Click to edit the title text format</a:t>
            </a:r>
            <a:endParaRPr b="0" lang="fr-FR" sz="2600" strike="noStrike" u="none">
              <a:solidFill>
                <a:schemeClr val="dk1"/>
              </a:solidFill>
              <a:effectLst/>
              <a:uFillTx/>
              <a:latin typeface="Arial"/>
            </a:endParaRPr>
          </a:p>
        </p:txBody>
      </p:sp>
      <p:sp>
        <p:nvSpPr>
          <p:cNvPr id="44" name="PlaceHolder 2"/>
          <p:cNvSpPr>
            <a:spLocks noGrp="1"/>
          </p:cNvSpPr>
          <p:nvPr>
            <p:ph type="body"/>
          </p:nvPr>
        </p:nvSpPr>
        <p:spPr>
          <a:xfrm>
            <a:off x="228600" y="999360"/>
            <a:ext cx="7703640" cy="3416040"/>
          </a:xfrm>
          <a:prstGeom prst="rect">
            <a:avLst/>
          </a:prstGeom>
          <a:noFill/>
          <a:ln w="0">
            <a:noFill/>
          </a:ln>
        </p:spPr>
        <p:txBody>
          <a:bodyPr lIns="91440" rIns="91440" tIns="91440" bIns="91440" anchor="t">
            <a:noAutofit/>
          </a:bodyPr>
          <a:p>
            <a:pPr marL="432000" indent="-324000">
              <a:spcBef>
                <a:spcPts val="1417"/>
              </a:spcBef>
              <a:buClr>
                <a:srgbClr val="ffffff"/>
              </a:buClr>
              <a:buSzPct val="45000"/>
              <a:buFont typeface="Wingdings" charset="2"/>
              <a:buChar char=""/>
            </a:pPr>
            <a:r>
              <a:rPr b="0" lang="fr-FR" sz="1200" strike="noStrike" u="none">
                <a:solidFill>
                  <a:srgbClr val="000000"/>
                </a:solidFill>
                <a:effectLst/>
                <a:uFillTx/>
                <a:latin typeface="Arial"/>
              </a:rPr>
              <a:t>Click to edit the outline text format</a:t>
            </a:r>
            <a:endParaRPr b="0" lang="fr-FR" sz="12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fr-FR" sz="1200" strike="noStrike" u="none">
                <a:solidFill>
                  <a:srgbClr val="000000"/>
                </a:solidFill>
                <a:effectLst/>
                <a:uFillTx/>
                <a:latin typeface="Arial"/>
              </a:rPr>
              <a:t>Second Outline Level</a:t>
            </a:r>
            <a:endParaRPr b="0" lang="fr-FR" sz="12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fr-FR" sz="1200" strike="noStrike" u="none">
                <a:solidFill>
                  <a:srgbClr val="000000"/>
                </a:solidFill>
                <a:effectLst/>
                <a:uFillTx/>
                <a:latin typeface="Arial"/>
              </a:rPr>
              <a:t>Third Outline Level</a:t>
            </a:r>
            <a:endParaRPr b="0" lang="fr-FR" sz="12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fr-FR" sz="1200" strike="noStrike" u="none">
                <a:solidFill>
                  <a:srgbClr val="000000"/>
                </a:solidFill>
                <a:effectLst/>
                <a:uFillTx/>
                <a:latin typeface="Arial"/>
              </a:rPr>
              <a:t>Fourth Outline Level</a:t>
            </a:r>
            <a:endParaRPr b="0" lang="fr-FR" sz="12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fr-FR" sz="1200" strike="noStrike" u="none">
                <a:solidFill>
                  <a:srgbClr val="000000"/>
                </a:solidFill>
                <a:effectLst/>
                <a:uFillTx/>
                <a:latin typeface="Arial"/>
              </a:rPr>
              <a:t>Fifth Outline Level</a:t>
            </a:r>
            <a:endParaRPr b="0" lang="fr-FR" sz="12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fr-FR" sz="1200" strike="noStrike" u="none">
                <a:solidFill>
                  <a:srgbClr val="000000"/>
                </a:solidFill>
                <a:effectLst/>
                <a:uFillTx/>
                <a:latin typeface="Arial"/>
              </a:rPr>
              <a:t>Sixth Outline Level</a:t>
            </a:r>
            <a:endParaRPr b="0" lang="fr-FR" sz="12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fr-FR" sz="1200" strike="noStrike" u="none">
                <a:solidFill>
                  <a:srgbClr val="000000"/>
                </a:solidFill>
                <a:effectLst/>
                <a:uFillTx/>
                <a:latin typeface="Arial"/>
              </a:rPr>
              <a:t>Seventh Outline Level</a:t>
            </a:r>
            <a:endParaRPr b="0" lang="fr-FR" sz="1200" strike="noStrike" u="none">
              <a:solidFill>
                <a:srgbClr val="000000"/>
              </a:solidFill>
              <a:effectLst/>
              <a:uFillTx/>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_AND_TWO_COLUMNS">
    <p:bg>
      <p:bgPr>
        <a:solidFill>
          <a:schemeClr val="lt1"/>
        </a:solidFill>
      </p:bgPr>
    </p:bg>
    <p:spTree>
      <p:nvGrpSpPr>
        <p:cNvPr id="1" name=""/>
        <p:cNvGrpSpPr/>
        <p:nvPr/>
      </p:nvGrpSpPr>
      <p:grpSpPr>
        <a:xfrm>
          <a:off x="0" y="0"/>
          <a:ext cx="0" cy="0"/>
          <a:chOff x="0" y="0"/>
          <a:chExt cx="0" cy="0"/>
        </a:xfrm>
      </p:grpSpPr>
      <p:pic>
        <p:nvPicPr>
          <p:cNvPr id="45" name="Google Shape;22;p5" descr=""/>
          <p:cNvPicPr/>
          <p:nvPr/>
        </p:nvPicPr>
        <p:blipFill>
          <a:blip r:embed="rId2"/>
          <a:srcRect l="1030" t="3591" r="72640" b="2908"/>
          <a:stretch/>
        </p:blipFill>
        <p:spPr>
          <a:xfrm>
            <a:off x="173880" y="167040"/>
            <a:ext cx="1911600" cy="4808880"/>
          </a:xfrm>
          <a:prstGeom prst="rect">
            <a:avLst/>
          </a:prstGeom>
          <a:noFill/>
          <a:ln w="0">
            <a:noFill/>
          </a:ln>
        </p:spPr>
      </p:pic>
      <p:sp>
        <p:nvSpPr>
          <p:cNvPr id="46" name="PlaceHolder 1"/>
          <p:cNvSpPr>
            <a:spLocks noGrp="1"/>
          </p:cNvSpPr>
          <p:nvPr>
            <p:ph type="title"/>
          </p:nvPr>
        </p:nvSpPr>
        <p:spPr>
          <a:xfrm>
            <a:off x="228600" y="226440"/>
            <a:ext cx="4557960" cy="658440"/>
          </a:xfrm>
          <a:prstGeom prst="rect">
            <a:avLst/>
          </a:prstGeom>
          <a:noFill/>
          <a:ln w="0">
            <a:noFill/>
          </a:ln>
        </p:spPr>
        <p:txBody>
          <a:bodyPr lIns="91440" rIns="91440" tIns="91440" bIns="91440" anchor="t">
            <a:noAutofit/>
          </a:bodyPr>
          <a:p>
            <a:pPr indent="0">
              <a:buNone/>
            </a:pPr>
            <a:r>
              <a:rPr b="0" lang="fr-FR" sz="2600" strike="noStrike" u="none">
                <a:solidFill>
                  <a:schemeClr val="dk1"/>
                </a:solidFill>
                <a:effectLst/>
                <a:uFillTx/>
                <a:latin typeface="Arial"/>
              </a:rPr>
              <a:t>Click to edit the title text format</a:t>
            </a:r>
            <a:endParaRPr b="0" lang="fr-FR" sz="2600" strike="noStrike" u="none">
              <a:solidFill>
                <a:schemeClr val="dk1"/>
              </a:solidFill>
              <a:effectLst/>
              <a:uFillTx/>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bg>
      <p:bgPr>
        <a:solidFill>
          <a:schemeClr val="lt1"/>
        </a:solidFill>
      </p:bgPr>
    </p:bg>
    <p:spTree>
      <p:nvGrpSpPr>
        <p:cNvPr id="1" name=""/>
        <p:cNvGrpSpPr/>
        <p:nvPr/>
      </p:nvGrpSpPr>
      <p:grpSpPr>
        <a:xfrm>
          <a:off x="0" y="0"/>
          <a:ext cx="0" cy="0"/>
          <a:chOff x="0" y="0"/>
          <a:chExt cx="0" cy="0"/>
        </a:xfrm>
      </p:grpSpPr>
      <p:pic>
        <p:nvPicPr>
          <p:cNvPr id="47" name="Google Shape;29;p6" descr=""/>
          <p:cNvPicPr/>
          <p:nvPr/>
        </p:nvPicPr>
        <p:blipFill>
          <a:blip r:embed="rId2"/>
          <a:srcRect l="1030" t="3591" r="92862" b="2908"/>
          <a:stretch/>
        </p:blipFill>
        <p:spPr>
          <a:xfrm>
            <a:off x="8523720" y="167040"/>
            <a:ext cx="442440" cy="4808880"/>
          </a:xfrm>
          <a:prstGeom prst="rect">
            <a:avLst/>
          </a:prstGeom>
          <a:noFill/>
          <a:ln w="0">
            <a:noFill/>
          </a:ln>
        </p:spPr>
      </p:pic>
      <p:sp>
        <p:nvSpPr>
          <p:cNvPr id="48" name="Google Shape;30;p6"/>
          <p:cNvSpPr/>
          <p:nvPr/>
        </p:nvSpPr>
        <p:spPr>
          <a:xfrm>
            <a:off x="-2153520" y="-3996720"/>
            <a:ext cx="4763880" cy="4763880"/>
          </a:xfrm>
          <a:prstGeom prst="ellipse">
            <a:avLst/>
          </a:prstGeom>
          <a:noFill/>
          <a:ln w="9525">
            <a:solidFill>
              <a:srgbClr val="fff5e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49" name="PlaceHolder 1"/>
          <p:cNvSpPr>
            <a:spLocks noGrp="1"/>
          </p:cNvSpPr>
          <p:nvPr>
            <p:ph type="title"/>
          </p:nvPr>
        </p:nvSpPr>
        <p:spPr>
          <a:xfrm>
            <a:off x="5329800" y="228600"/>
            <a:ext cx="3584880" cy="666720"/>
          </a:xfrm>
          <a:prstGeom prst="rect">
            <a:avLst/>
          </a:prstGeom>
          <a:noFill/>
          <a:ln w="0">
            <a:noFill/>
          </a:ln>
        </p:spPr>
        <p:txBody>
          <a:bodyPr lIns="91440" rIns="91440" tIns="91440" bIns="91440" anchor="t">
            <a:noAutofit/>
          </a:bodyPr>
          <a:p>
            <a:pPr indent="0">
              <a:buNone/>
            </a:pPr>
            <a:r>
              <a:rPr b="0" lang="fr-FR" sz="2600" strike="noStrike" u="none">
                <a:solidFill>
                  <a:schemeClr val="dk1"/>
                </a:solidFill>
                <a:effectLst/>
                <a:uFillTx/>
                <a:latin typeface="Arial"/>
              </a:rPr>
              <a:t>Click to edit the title text format</a:t>
            </a:r>
            <a:endParaRPr b="0" lang="fr-FR" sz="2600" strike="noStrike" u="none">
              <a:solidFill>
                <a:schemeClr val="dk1"/>
              </a:solidFill>
              <a:effectLst/>
              <a:uFillTx/>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
    <p:bg>
      <p:bgPr>
        <a:solidFill>
          <a:schemeClr val="lt1"/>
        </a:solidFill>
      </p:bgPr>
    </p:bg>
    <p:spTree>
      <p:nvGrpSpPr>
        <p:cNvPr id="1" name=""/>
        <p:cNvGrpSpPr/>
        <p:nvPr/>
      </p:nvGrpSpPr>
      <p:grpSpPr>
        <a:xfrm>
          <a:off x="0" y="0"/>
          <a:ext cx="0" cy="0"/>
          <a:chOff x="0" y="0"/>
          <a:chExt cx="0" cy="0"/>
        </a:xfrm>
      </p:grpSpPr>
      <p:sp>
        <p:nvSpPr>
          <p:cNvPr id="50" name="PlaceHolder 1"/>
          <p:cNvSpPr>
            <a:spLocks noGrp="1"/>
          </p:cNvSpPr>
          <p:nvPr>
            <p:ph type="title"/>
          </p:nvPr>
        </p:nvSpPr>
        <p:spPr>
          <a:xfrm>
            <a:off x="720000" y="444960"/>
            <a:ext cx="4763520" cy="572400"/>
          </a:xfrm>
          <a:prstGeom prst="rect">
            <a:avLst/>
          </a:prstGeom>
          <a:noFill/>
          <a:ln w="0">
            <a:noFill/>
          </a:ln>
        </p:spPr>
        <p:txBody>
          <a:bodyPr lIns="91440" rIns="91440" tIns="91440" bIns="91440" anchor="t">
            <a:noAutofit/>
          </a:bodyPr>
          <a:p>
            <a:pPr indent="0">
              <a:buNone/>
            </a:pPr>
            <a:r>
              <a:rPr b="0" lang="fr-FR" sz="2600" strike="noStrike" u="none">
                <a:solidFill>
                  <a:schemeClr val="dk1"/>
                </a:solidFill>
                <a:effectLst/>
                <a:uFillTx/>
                <a:latin typeface="Arial"/>
              </a:rPr>
              <a:t>Click to edit the title text format</a:t>
            </a:r>
            <a:endParaRPr b="0" lang="fr-FR" sz="2600" strike="noStrike" u="none">
              <a:solidFill>
                <a:schemeClr val="dk1"/>
              </a:solidFill>
              <a:effectLst/>
              <a:uFillTx/>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IN_POINT">
    <p:bg>
      <p:bgPr>
        <a:solidFill>
          <a:schemeClr val="lt1"/>
        </a:solidFill>
      </p:bgPr>
    </p:bg>
    <p:spTree>
      <p:nvGrpSpPr>
        <p:cNvPr id="1" name=""/>
        <p:cNvGrpSpPr/>
        <p:nvPr/>
      </p:nvGrpSpPr>
      <p:grpSpPr>
        <a:xfrm>
          <a:off x="0" y="0"/>
          <a:ext cx="0" cy="0"/>
          <a:chOff x="0" y="0"/>
          <a:chExt cx="0" cy="0"/>
        </a:xfrm>
      </p:grpSpPr>
      <p:sp>
        <p:nvSpPr>
          <p:cNvPr id="51" name="PlaceHolder 1"/>
          <p:cNvSpPr>
            <a:spLocks noGrp="1"/>
          </p:cNvSpPr>
          <p:nvPr>
            <p:ph type="title"/>
          </p:nvPr>
        </p:nvSpPr>
        <p:spPr>
          <a:xfrm>
            <a:off x="1768680" y="1307160"/>
            <a:ext cx="5606640" cy="2529000"/>
          </a:xfrm>
          <a:prstGeom prst="rect">
            <a:avLst/>
          </a:prstGeom>
          <a:noFill/>
          <a:ln w="0">
            <a:noFill/>
          </a:ln>
        </p:spPr>
        <p:txBody>
          <a:bodyPr lIns="91440" rIns="91440" tIns="91440" bIns="91440" anchor="ctr">
            <a:noAutofit/>
          </a:bodyPr>
          <a:p>
            <a:pPr indent="0">
              <a:buNone/>
            </a:pPr>
            <a:r>
              <a:rPr b="0" lang="fr-FR" sz="6000" strike="noStrike" u="none">
                <a:solidFill>
                  <a:schemeClr val="dk1"/>
                </a:solidFill>
                <a:effectLst/>
                <a:uFillTx/>
                <a:latin typeface="Arial"/>
              </a:rPr>
              <a:t>Click to edit the title text format</a:t>
            </a:r>
            <a:endParaRPr b="0" lang="fr-FR" sz="6000" strike="noStrike" u="none">
              <a:solidFill>
                <a:schemeClr val="dk1"/>
              </a:solidFill>
              <a:effectLst/>
              <a:uFillTx/>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TITLE_AND_DESCRIPTION">
    <p:bg>
      <p:bgPr>
        <a:solidFill>
          <a:schemeClr val="lt1"/>
        </a:solidFill>
      </p:bgPr>
    </p:bg>
    <p:spTree>
      <p:nvGrpSpPr>
        <p:cNvPr id="1" name=""/>
        <p:cNvGrpSpPr/>
        <p:nvPr/>
      </p:nvGrpSpPr>
      <p:grpSpPr>
        <a:xfrm>
          <a:off x="0" y="0"/>
          <a:ext cx="0" cy="0"/>
          <a:chOff x="0" y="0"/>
          <a:chExt cx="0" cy="0"/>
        </a:xfrm>
      </p:grpSpPr>
      <p:sp>
        <p:nvSpPr>
          <p:cNvPr id="52" name="PlaceHolder 1"/>
          <p:cNvSpPr>
            <a:spLocks noGrp="1"/>
          </p:cNvSpPr>
          <p:nvPr>
            <p:ph type="title"/>
          </p:nvPr>
        </p:nvSpPr>
        <p:spPr>
          <a:xfrm>
            <a:off x="2135520" y="1441800"/>
            <a:ext cx="4872600" cy="1186920"/>
          </a:xfrm>
          <a:prstGeom prst="rect">
            <a:avLst/>
          </a:prstGeom>
          <a:noFill/>
          <a:ln w="0">
            <a:noFill/>
          </a:ln>
        </p:spPr>
        <p:txBody>
          <a:bodyPr lIns="91440" rIns="91440" tIns="91440" bIns="91440" anchor="b">
            <a:noAutofit/>
          </a:bodyPr>
          <a:p>
            <a:pPr indent="0">
              <a:buNone/>
            </a:pPr>
            <a:r>
              <a:rPr b="0" lang="fr-FR" sz="6000" strike="noStrike" u="none">
                <a:solidFill>
                  <a:schemeClr val="dk1"/>
                </a:solidFill>
                <a:effectLst/>
                <a:uFillTx/>
                <a:latin typeface="Arial"/>
              </a:rPr>
              <a:t>Click to edit the title text format</a:t>
            </a:r>
            <a:endParaRPr b="0" lang="fr-FR" sz="6000" strike="noStrike" u="none">
              <a:solidFill>
                <a:schemeClr val="dk1"/>
              </a:solidFill>
              <a:effectLst/>
              <a:uFillTx/>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APTION_ONLY">
    <p:bg>
      <p:bgPr>
        <a:solidFill>
          <a:schemeClr val="lt1"/>
        </a:solidFill>
      </p:bgPr>
    </p:bg>
    <p:spTree>
      <p:nvGrpSpPr>
        <p:cNvPr id="1" name=""/>
        <p:cNvGrpSpPr/>
        <p:nvPr/>
      </p:nvGrpSpPr>
      <p:grpSpPr>
        <a:xfrm>
          <a:off x="0" y="0"/>
          <a:ext cx="0" cy="0"/>
          <a:chOff x="0" y="0"/>
          <a:chExt cx="0" cy="0"/>
        </a:xfrm>
      </p:grpSpPr>
      <p:sp>
        <p:nvSpPr>
          <p:cNvPr id="53" name="PlaceHolder 1"/>
          <p:cNvSpPr>
            <a:spLocks noGrp="1"/>
          </p:cNvSpPr>
          <p:nvPr>
            <p:ph type="body"/>
          </p:nvPr>
        </p:nvSpPr>
        <p:spPr>
          <a:xfrm>
            <a:off x="0" y="0"/>
            <a:ext cx="9143640" cy="5143320"/>
          </a:xfrm>
          <a:prstGeom prst="rect">
            <a:avLst/>
          </a:prstGeom>
          <a:noFill/>
          <a:ln w="0">
            <a:noFill/>
          </a:ln>
        </p:spPr>
        <p:txBody>
          <a:bodyPr lIns="90000" rIns="90000" tIns="45000" bIns="45000" anchor="t">
            <a:normAutofit/>
          </a:bodyPr>
          <a:p>
            <a:pPr marL="432000" indent="-324000">
              <a:spcBef>
                <a:spcPts val="1417"/>
              </a:spcBef>
              <a:buClr>
                <a:srgbClr val="ffffff"/>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
        <p:nvSpPr>
          <p:cNvPr id="54" name="PlaceHolder 2"/>
          <p:cNvSpPr>
            <a:spLocks noGrp="1"/>
          </p:cNvSpPr>
          <p:nvPr>
            <p:ph type="title"/>
          </p:nvPr>
        </p:nvSpPr>
        <p:spPr>
          <a:xfrm>
            <a:off x="720000" y="4014360"/>
            <a:ext cx="7703640" cy="572400"/>
          </a:xfrm>
          <a:prstGeom prst="rect">
            <a:avLst/>
          </a:prstGeom>
          <a:solidFill>
            <a:schemeClr val="lt2"/>
          </a:solidFill>
          <a:ln w="0">
            <a:noFill/>
          </a:ln>
        </p:spPr>
        <p:txBody>
          <a:bodyPr lIns="91440" rIns="91440" tIns="91440" bIns="91440" anchor="t">
            <a:noAutofit/>
          </a:bodyPr>
          <a:p>
            <a:pPr indent="0">
              <a:buNone/>
            </a:pPr>
            <a:r>
              <a:rPr b="0" lang="fr-FR" sz="2500" strike="noStrike" u="none">
                <a:solidFill>
                  <a:schemeClr val="dk1"/>
                </a:solidFill>
                <a:effectLst/>
                <a:uFillTx/>
                <a:latin typeface="Arial"/>
              </a:rPr>
              <a:t>Click to edit the title text format</a:t>
            </a:r>
            <a:endParaRPr b="0" lang="fr-FR" sz="2500" strike="noStrike" u="none">
              <a:solidFill>
                <a:schemeClr val="dk1"/>
              </a:solidFill>
              <a:effectLst/>
              <a:uFillTx/>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imple-light-2">
    <p:bg>
      <p:bgPr>
        <a:solidFill>
          <a:schemeClr val="dk1"/>
        </a:solidFill>
      </p:bgPr>
    </p:bg>
    <p:spTree>
      <p:nvGrpSpPr>
        <p:cNvPr id="1" name=""/>
        <p:cNvGrpSpPr/>
        <p:nvPr/>
      </p:nvGrpSpPr>
      <p:grpSpPr>
        <a:xfrm>
          <a:off x="0" y="0"/>
          <a:ext cx="0" cy="0"/>
          <a:chOff x="0" y="0"/>
          <a:chExt cx="0" cy="0"/>
        </a:xfrm>
      </p:grpSpPr>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_1">
    <p:bg>
      <p:bgPr>
        <a:solidFill>
          <a:schemeClr val="dk1"/>
        </a:solidFill>
      </p:bgPr>
    </p:bg>
    <p:spTree>
      <p:nvGrpSpPr>
        <p:cNvPr id="1" name=""/>
        <p:cNvGrpSpPr/>
        <p:nvPr/>
      </p:nvGrpSpPr>
      <p:grpSpPr>
        <a:xfrm>
          <a:off x="0" y="0"/>
          <a:ext cx="0" cy="0"/>
          <a:chOff x="0" y="0"/>
          <a:chExt cx="0" cy="0"/>
        </a:xfrm>
      </p:grpSpPr>
      <p:sp>
        <p:nvSpPr>
          <p:cNvPr id="55" name="Google Shape;119;p24"/>
          <p:cNvSpPr/>
          <p:nvPr/>
        </p:nvSpPr>
        <p:spPr>
          <a:xfrm>
            <a:off x="0" y="-10440"/>
            <a:ext cx="9143640" cy="1180440"/>
          </a:xfrm>
          <a:prstGeom prst="rect">
            <a:avLst/>
          </a:prstGeom>
          <a:solidFill>
            <a:schemeClr val="accen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56" name="PlaceHolder 1"/>
          <p:cNvSpPr>
            <a:spLocks noGrp="1"/>
          </p:cNvSpPr>
          <p:nvPr>
            <p:ph type="title"/>
          </p:nvPr>
        </p:nvSpPr>
        <p:spPr>
          <a:xfrm>
            <a:off x="713160" y="539640"/>
            <a:ext cx="7717320" cy="48204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_1_1">
    <p:bg>
      <p:bgPr>
        <a:solidFill>
          <a:schemeClr val="dk1"/>
        </a:solidFill>
      </p:bgPr>
    </p:bg>
    <p:spTree>
      <p:nvGrpSpPr>
        <p:cNvPr id="1" name=""/>
        <p:cNvGrpSpPr/>
        <p:nvPr/>
      </p:nvGrpSpPr>
      <p:grpSpPr>
        <a:xfrm>
          <a:off x="0" y="0"/>
          <a:ext cx="0" cy="0"/>
          <a:chOff x="0" y="0"/>
          <a:chExt cx="0" cy="0"/>
        </a:xfrm>
      </p:grpSpPr>
      <p:sp>
        <p:nvSpPr>
          <p:cNvPr id="57" name="Google Shape;122;p25"/>
          <p:cNvSpPr/>
          <p:nvPr/>
        </p:nvSpPr>
        <p:spPr>
          <a:xfrm>
            <a:off x="0" y="-10440"/>
            <a:ext cx="9143640" cy="1180440"/>
          </a:xfrm>
          <a:prstGeom prst="rect">
            <a:avLst/>
          </a:prstGeom>
          <a:solidFill>
            <a:schemeClr val="accen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58" name="PlaceHolder 1"/>
          <p:cNvSpPr>
            <a:spLocks noGrp="1"/>
          </p:cNvSpPr>
          <p:nvPr>
            <p:ph type="title"/>
          </p:nvPr>
        </p:nvSpPr>
        <p:spPr>
          <a:xfrm>
            <a:off x="728640" y="539640"/>
            <a:ext cx="3347280" cy="48204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
        <p:nvSpPr>
          <p:cNvPr id="59" name="PlaceHolder 2"/>
          <p:cNvSpPr>
            <a:spLocks noGrp="1"/>
          </p:cNvSpPr>
          <p:nvPr>
            <p:ph type="title"/>
          </p:nvPr>
        </p:nvSpPr>
        <p:spPr>
          <a:xfrm>
            <a:off x="4977720" y="539640"/>
            <a:ext cx="3458160" cy="48204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
</Relationships>
</file>

<file path=ppt/slideMasters/_rels/slideMaster21.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1.xml"/><Relationship Id="rId3" Type="http://schemas.openxmlformats.org/officeDocument/2006/relationships/slideLayout" Target="../slideLayouts/slideLayout22.xml"/><Relationship Id="rId4" Type="http://schemas.openxmlformats.org/officeDocument/2006/relationships/slideLayout" Target="../slideLayouts/slideLayout2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sldMaster>
</file>

<file path=ppt/slideMasters/slideMaster2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0" r:id="rId2"/>
    <p:sldLayoutId id="2147483671" r:id="rId3"/>
    <p:sldLayoutId id="2147483672" r:id="rId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5.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6.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0.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6.xml"/>
</Relationships>
</file>

<file path=ppt/slides/_rels/slide11.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6.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PlaceHolder 1"/>
          <p:cNvSpPr>
            <a:spLocks noGrp="1"/>
          </p:cNvSpPr>
          <p:nvPr>
            <p:ph type="subTitle"/>
          </p:nvPr>
        </p:nvSpPr>
        <p:spPr>
          <a:xfrm>
            <a:off x="466560" y="2057400"/>
            <a:ext cx="1371240" cy="1028520"/>
          </a:xfrm>
          <a:prstGeom prst="rect">
            <a:avLst/>
          </a:prstGeom>
          <a:noFill/>
          <a:ln w="0">
            <a:noFill/>
          </a:ln>
        </p:spPr>
        <p:txBody>
          <a:bodyPr lIns="91440" rIns="91440" tIns="91440" bIns="91440" anchor="t">
            <a:normAutofit/>
          </a:bodyPr>
          <a:p>
            <a:pPr>
              <a:lnSpc>
                <a:spcPct val="100000"/>
              </a:lnSpc>
              <a:tabLst>
                <a:tab algn="l" pos="0"/>
              </a:tabLst>
            </a:pPr>
            <a:r>
              <a:rPr b="0" lang="en-US" sz="1400" strike="noStrike" u="none">
                <a:solidFill>
                  <a:schemeClr val="dk1"/>
                </a:solidFill>
                <a:effectLst/>
                <a:uFillTx/>
                <a:latin typeface="Anaheim"/>
                <a:ea typeface="Anaheim"/>
              </a:rPr>
              <a:t>Project Overview and Technologies Used</a:t>
            </a:r>
            <a:endParaRPr b="0" lang="en-US" sz="1400" strike="noStrike" u="none">
              <a:solidFill>
                <a:srgbClr val="ffffff"/>
              </a:solidFill>
              <a:effectLst/>
              <a:uFillTx/>
              <a:latin typeface="OpenSymbol"/>
            </a:endParaRPr>
          </a:p>
        </p:txBody>
      </p:sp>
      <p:sp>
        <p:nvSpPr>
          <p:cNvPr id="61" name="PlaceHolder 2"/>
          <p:cNvSpPr>
            <a:spLocks noGrp="1"/>
          </p:cNvSpPr>
          <p:nvPr>
            <p:ph type="subTitle"/>
          </p:nvPr>
        </p:nvSpPr>
        <p:spPr>
          <a:xfrm>
            <a:off x="228600" y="181080"/>
            <a:ext cx="1076040" cy="361440"/>
          </a:xfrm>
          <a:prstGeom prst="rect">
            <a:avLst/>
          </a:prstGeom>
          <a:noFill/>
          <a:ln w="0">
            <a:noFill/>
          </a:ln>
        </p:spPr>
        <p:txBody>
          <a:bodyPr lIns="91440" rIns="91440" tIns="91440" bIns="91440" anchor="t">
            <a:normAutofit fontScale="70000" lnSpcReduction="19999"/>
          </a:bodyPr>
          <a:p>
            <a:pPr algn="ctr">
              <a:lnSpc>
                <a:spcPct val="100000"/>
              </a:lnSpc>
              <a:tabLst>
                <a:tab algn="l" pos="0"/>
              </a:tabLst>
            </a:pPr>
            <a:r>
              <a:rPr b="0" lang="en-US" sz="1000" strike="noStrike" u="none">
                <a:solidFill>
                  <a:schemeClr val="dk1"/>
                </a:solidFill>
                <a:effectLst/>
                <a:uFillTx/>
                <a:latin typeface="Anaheim"/>
                <a:ea typeface="Anaheim"/>
              </a:rPr>
              <a:t>Project Overview and Technologies Used</a:t>
            </a:r>
            <a:endParaRPr b="0" lang="en-US" sz="1000" strike="noStrike" u="none">
              <a:solidFill>
                <a:srgbClr val="ffffff"/>
              </a:solidFill>
              <a:effectLst/>
              <a:uFillTx/>
              <a:latin typeface="OpenSymbol"/>
            </a:endParaRPr>
          </a:p>
        </p:txBody>
      </p:sp>
      <p:sp>
        <p:nvSpPr>
          <p:cNvPr id="62" name="PlaceHolder 3"/>
          <p:cNvSpPr>
            <a:spLocks noGrp="1"/>
          </p:cNvSpPr>
          <p:nvPr>
            <p:ph type="subTitle"/>
          </p:nvPr>
        </p:nvSpPr>
        <p:spPr>
          <a:xfrm>
            <a:off x="7800840" y="2390760"/>
            <a:ext cx="875880" cy="361440"/>
          </a:xfrm>
          <a:prstGeom prst="rect">
            <a:avLst/>
          </a:prstGeom>
          <a:noFill/>
          <a:ln w="0">
            <a:noFill/>
          </a:ln>
        </p:spPr>
        <p:txBody>
          <a:bodyPr lIns="91440" rIns="91440" tIns="91440" bIns="91440" anchor="t">
            <a:normAutofit fontScale="70000" lnSpcReduction="19999"/>
          </a:bodyPr>
          <a:p>
            <a:pPr algn="ctr">
              <a:lnSpc>
                <a:spcPct val="100000"/>
              </a:lnSpc>
              <a:tabLst>
                <a:tab algn="l" pos="0"/>
              </a:tabLst>
            </a:pPr>
            <a:r>
              <a:rPr b="0" lang="en-US" sz="1000" strike="noStrike" u="none">
                <a:solidFill>
                  <a:schemeClr val="dk1"/>
                </a:solidFill>
                <a:effectLst/>
                <a:uFillTx/>
                <a:latin typeface="Anaheim"/>
                <a:ea typeface="Anaheim"/>
              </a:rPr>
              <a:t>Project Overview and Technologies Used</a:t>
            </a:r>
            <a:endParaRPr b="0" lang="en-US" sz="1000" strike="noStrike" u="none">
              <a:solidFill>
                <a:srgbClr val="ffffff"/>
              </a:solidFill>
              <a:effectLst/>
              <a:uFillTx/>
              <a:latin typeface="OpenSymbol"/>
            </a:endParaRPr>
          </a:p>
        </p:txBody>
      </p:sp>
      <p:sp>
        <p:nvSpPr>
          <p:cNvPr id="63" name="PlaceHolder 4"/>
          <p:cNvSpPr>
            <a:spLocks noGrp="1"/>
          </p:cNvSpPr>
          <p:nvPr>
            <p:ph type="title"/>
          </p:nvPr>
        </p:nvSpPr>
        <p:spPr>
          <a:xfrm>
            <a:off x="1571760" y="1714680"/>
            <a:ext cx="6000480" cy="1723680"/>
          </a:xfrm>
          <a:prstGeom prst="rect">
            <a:avLst/>
          </a:prstGeom>
          <a:noFill/>
          <a:ln w="0">
            <a:noFill/>
          </a:ln>
        </p:spPr>
        <p:txBody>
          <a:bodyPr lIns="91440" rIns="91440" tIns="91440" bIns="91440" anchor="b">
            <a:normAutofit/>
          </a:bodyPr>
          <a:p>
            <a:pPr indent="0" algn="ctr">
              <a:lnSpc>
                <a:spcPct val="70000"/>
              </a:lnSpc>
              <a:buNone/>
              <a:tabLst>
                <a:tab algn="l" pos="0"/>
              </a:tabLst>
            </a:pPr>
            <a:r>
              <a:rPr b="0" lang="en-US" sz="6800" strike="noStrike" u="none">
                <a:solidFill>
                  <a:schemeClr val="dk1"/>
                </a:solidFill>
                <a:effectLst/>
                <a:uFillTx/>
                <a:latin typeface="Bricolage Grotesque Medium"/>
                <a:ea typeface="Geist"/>
              </a:rPr>
              <a:t>To-Do</a:t>
            </a:r>
            <a:r>
              <a:rPr b="1" lang="en-US" sz="6800" strike="noStrike" u="none">
                <a:solidFill>
                  <a:schemeClr val="dk1"/>
                </a:solidFill>
                <a:effectLst/>
                <a:uFillTx/>
                <a:latin typeface="Bricolage Grotesque"/>
                <a:ea typeface="Geist"/>
              </a:rPr>
              <a:t> List</a:t>
            </a:r>
            <a:endParaRPr b="0" lang="fr-FR" sz="6800" strike="noStrike" u="none">
              <a:solidFill>
                <a:schemeClr val="dk1"/>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 name="PlaceHolder 1"/>
          <p:cNvSpPr>
            <a:spLocks noGrp="1"/>
          </p:cNvSpPr>
          <p:nvPr>
            <p:ph type="subTitle"/>
          </p:nvPr>
        </p:nvSpPr>
        <p:spPr>
          <a:xfrm>
            <a:off x="4695840" y="1752480"/>
            <a:ext cx="3847680" cy="1638000"/>
          </a:xfrm>
          <a:prstGeom prst="rect">
            <a:avLst/>
          </a:prstGeom>
          <a:noFill/>
          <a:ln w="0">
            <a:noFill/>
          </a:ln>
        </p:spPr>
        <p:txBody>
          <a:bodyPr lIns="91440" rIns="91440" tIns="91440" bIns="91440" anchor="t">
            <a:normAutofit fontScale="92500" lnSpcReduction="9999"/>
          </a:bodyPr>
          <a:p>
            <a:pPr>
              <a:lnSpc>
                <a:spcPct val="150000"/>
              </a:lnSpc>
              <a:tabLst>
                <a:tab algn="l" pos="0"/>
              </a:tabLst>
            </a:pPr>
            <a:r>
              <a:rPr b="0" lang="en-US" sz="1200" strike="noStrike" u="none">
                <a:solidFill>
                  <a:schemeClr val="dk1"/>
                </a:solidFill>
                <a:effectLst/>
                <a:uFillTx/>
                <a:latin typeface="Anaheim"/>
                <a:ea typeface="Anaheim"/>
              </a:rPr>
              <a:t>This project presents a </a:t>
            </a:r>
            <a:r>
              <a:rPr b="0" i="1" lang="en-US" sz="1200" strike="noStrike" u="none">
                <a:solidFill>
                  <a:schemeClr val="dk1"/>
                </a:solidFill>
                <a:effectLst/>
                <a:uFillTx/>
                <a:latin typeface="Anaheim"/>
                <a:ea typeface="Anaheim"/>
              </a:rPr>
              <a:t>To-Do List</a:t>
            </a:r>
            <a:r>
              <a:rPr b="0" lang="en-US" sz="1200" strike="noStrike" u="none">
                <a:solidFill>
                  <a:schemeClr val="dk1"/>
                </a:solidFill>
                <a:effectLst/>
                <a:uFillTx/>
                <a:latin typeface="Anaheim"/>
                <a:ea typeface="Anaheim"/>
              </a:rPr>
              <a:t> application developed using </a:t>
            </a:r>
            <a:r>
              <a:rPr b="1" lang="en-US" sz="1200" strike="noStrike" u="none">
                <a:solidFill>
                  <a:schemeClr val="dk1"/>
                </a:solidFill>
                <a:effectLst/>
                <a:uFillTx/>
                <a:latin typeface="Anaheim"/>
                <a:ea typeface="Anaheim"/>
              </a:rPr>
              <a:t>Python programming</a:t>
            </a:r>
            <a:r>
              <a:rPr b="0" lang="en-US" sz="1200" strike="noStrike" u="none">
                <a:solidFill>
                  <a:schemeClr val="dk1"/>
                </a:solidFill>
                <a:effectLst/>
                <a:uFillTx/>
                <a:latin typeface="Anaheim"/>
                <a:ea typeface="Anaheim"/>
              </a:rPr>
              <a:t> and the </a:t>
            </a:r>
            <a:r>
              <a:rPr b="1" lang="en-US" sz="1200" strike="noStrike" u="none">
                <a:solidFill>
                  <a:schemeClr val="dk1"/>
                </a:solidFill>
                <a:effectLst/>
                <a:uFillTx/>
                <a:latin typeface="Anaheim"/>
                <a:ea typeface="Anaheim"/>
              </a:rPr>
              <a:t>Django web framework</a:t>
            </a:r>
            <a:r>
              <a:rPr b="0" lang="en-US" sz="1200" strike="noStrike" u="none">
                <a:solidFill>
                  <a:schemeClr val="dk1"/>
                </a:solidFill>
                <a:effectLst/>
                <a:uFillTx/>
                <a:latin typeface="Anaheim"/>
                <a:ea typeface="Anaheim"/>
              </a:rPr>
              <a:t>. The application enables users to efficiently create, manage, and track tasks through an intuitive web interface. The frontend design incorporates </a:t>
            </a:r>
            <a:r>
              <a:rPr b="1" lang="en-US" sz="1200" strike="noStrike" u="none">
                <a:solidFill>
                  <a:schemeClr val="dk1"/>
                </a:solidFill>
                <a:effectLst/>
                <a:uFillTx/>
                <a:latin typeface="Anaheim"/>
                <a:ea typeface="Anaheim"/>
              </a:rPr>
              <a:t>HTML and CSS</a:t>
            </a:r>
            <a:r>
              <a:rPr b="0" lang="en-US" sz="1200" strike="noStrike" u="none">
                <a:solidFill>
                  <a:schemeClr val="dk1"/>
                </a:solidFill>
                <a:effectLst/>
                <a:uFillTx/>
                <a:latin typeface="Anaheim"/>
                <a:ea typeface="Anaheim"/>
              </a:rPr>
              <a:t> to deliver a clean, user-friendly experience, making task organization accessible and effective.</a:t>
            </a:r>
            <a:endParaRPr b="0" lang="en-US" sz="1200" strike="noStrike" u="none">
              <a:solidFill>
                <a:srgbClr val="ffffff"/>
              </a:solidFill>
              <a:effectLst/>
              <a:uFillTx/>
              <a:latin typeface="OpenSymbol"/>
            </a:endParaRPr>
          </a:p>
        </p:txBody>
      </p:sp>
      <p:sp>
        <p:nvSpPr>
          <p:cNvPr id="65" name="PlaceHolder 2"/>
          <p:cNvSpPr>
            <a:spLocks noGrp="1"/>
          </p:cNvSpPr>
          <p:nvPr>
            <p:ph type="title"/>
          </p:nvPr>
        </p:nvSpPr>
        <p:spPr>
          <a:xfrm>
            <a:off x="600120" y="1333440"/>
            <a:ext cx="3590640" cy="2476080"/>
          </a:xfrm>
          <a:prstGeom prst="rect">
            <a:avLst/>
          </a:prstGeom>
          <a:noFill/>
          <a:ln w="0">
            <a:noFill/>
          </a:ln>
        </p:spPr>
        <p:txBody>
          <a:bodyPr lIns="91440" rIns="91440" tIns="91440" bIns="91440" anchor="t">
            <a:normAutofit/>
          </a:bodyPr>
          <a:p>
            <a:pPr indent="0">
              <a:lnSpc>
                <a:spcPct val="70000"/>
              </a:lnSpc>
              <a:buNone/>
              <a:tabLst>
                <a:tab algn="l" pos="0"/>
              </a:tabLst>
            </a:pPr>
            <a:r>
              <a:rPr b="0" lang="en-US" sz="3100" strike="noStrike" u="none">
                <a:solidFill>
                  <a:schemeClr val="dk1"/>
                </a:solidFill>
                <a:effectLst/>
                <a:uFillTx/>
                <a:latin typeface="Bricolage Grotesque Medium"/>
                <a:ea typeface="Bricolage Grotesque Medium"/>
              </a:rPr>
              <a:t>Introduction</a:t>
            </a:r>
            <a:endParaRPr b="0" lang="fr-FR" sz="3100" strike="noStrike" u="none">
              <a:solidFill>
                <a:schemeClr val="dk1"/>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 name="PlaceHolder 1"/>
          <p:cNvSpPr>
            <a:spLocks noGrp="1"/>
          </p:cNvSpPr>
          <p:nvPr>
            <p:ph type="subTitle"/>
          </p:nvPr>
        </p:nvSpPr>
        <p:spPr>
          <a:xfrm>
            <a:off x="4695840" y="1752480"/>
            <a:ext cx="3847680" cy="1638360"/>
          </a:xfrm>
          <a:prstGeom prst="rect">
            <a:avLst/>
          </a:prstGeom>
          <a:noFill/>
          <a:ln w="0">
            <a:noFill/>
          </a:ln>
        </p:spPr>
        <p:txBody>
          <a:bodyPr lIns="91440" rIns="91440" tIns="91440" bIns="91440" anchor="t">
            <a:spAutoFit/>
          </a:bodyPr>
          <a:p>
            <a:pPr algn="ctr"/>
            <a:endParaRPr b="0" lang="en-US" sz="1200" strike="noStrike" u="none">
              <a:solidFill>
                <a:schemeClr val="dk1"/>
              </a:solidFill>
              <a:effectLst/>
              <a:uFillTx/>
              <a:latin typeface="Anaheim"/>
              <a:ea typeface="Anaheim"/>
            </a:endParaRPr>
          </a:p>
        </p:txBody>
      </p:sp>
      <p:sp>
        <p:nvSpPr>
          <p:cNvPr id="67" name="PlaceHolder 2"/>
          <p:cNvSpPr>
            <a:spLocks noGrp="1"/>
          </p:cNvSpPr>
          <p:nvPr>
            <p:ph type="title"/>
          </p:nvPr>
        </p:nvSpPr>
        <p:spPr>
          <a:xfrm>
            <a:off x="600120" y="1333440"/>
            <a:ext cx="3590640" cy="2476080"/>
          </a:xfrm>
          <a:prstGeom prst="rect">
            <a:avLst/>
          </a:prstGeom>
          <a:noFill/>
          <a:ln w="0">
            <a:noFill/>
          </a:ln>
        </p:spPr>
        <p:txBody>
          <a:bodyPr lIns="91440" rIns="91440" tIns="91440" bIns="91440" anchor="t">
            <a:normAutofit/>
          </a:bodyPr>
          <a:p>
            <a:pPr indent="0">
              <a:lnSpc>
                <a:spcPct val="70000"/>
              </a:lnSpc>
              <a:buNone/>
              <a:tabLst>
                <a:tab algn="l" pos="0"/>
              </a:tabLst>
            </a:pPr>
            <a:r>
              <a:rPr b="0" lang="en-US" sz="3100" strike="noStrike" u="none">
                <a:solidFill>
                  <a:schemeClr val="dk1"/>
                </a:solidFill>
                <a:effectLst/>
                <a:uFillTx/>
                <a:latin typeface="Bricolage Grotesque Medium"/>
                <a:ea typeface="Bricolage Grotesque Medium"/>
              </a:rPr>
              <a:t>Python Programming for To-Do</a:t>
            </a:r>
            <a:endParaRPr b="0" lang="fr-FR" sz="3100" strike="noStrike" u="none">
              <a:solidFill>
                <a:schemeClr val="dk1"/>
              </a:solidFill>
              <a:effectLst/>
              <a:uFillTx/>
              <a:latin typeface="Arial"/>
            </a:endParaRPr>
          </a:p>
          <a:p>
            <a:pPr indent="0">
              <a:lnSpc>
                <a:spcPct val="70000"/>
              </a:lnSpc>
              <a:buNone/>
              <a:tabLst>
                <a:tab algn="l" pos="0"/>
              </a:tabLst>
            </a:pPr>
            <a:r>
              <a:rPr b="0" lang="en-US" sz="3100" strike="noStrike" u="none">
                <a:solidFill>
                  <a:schemeClr val="dk1"/>
                </a:solidFill>
                <a:effectLst/>
                <a:uFillTx/>
                <a:latin typeface="Bricolage Grotesque Medium"/>
                <a:ea typeface="Bricolage Grotesque Medium"/>
              </a:rPr>
              <a:t> List</a:t>
            </a:r>
            <a:endParaRPr b="0" lang="fr-FR" sz="3100" strike="noStrike" u="none">
              <a:solidFill>
                <a:schemeClr val="dk1"/>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PlaceHolder 1"/>
          <p:cNvSpPr>
            <a:spLocks noGrp="1"/>
          </p:cNvSpPr>
          <p:nvPr>
            <p:ph type="subTitle"/>
          </p:nvPr>
        </p:nvSpPr>
        <p:spPr>
          <a:xfrm>
            <a:off x="4695840" y="1752480"/>
            <a:ext cx="3847680" cy="1638000"/>
          </a:xfrm>
          <a:prstGeom prst="rect">
            <a:avLst/>
          </a:prstGeom>
          <a:noFill/>
          <a:ln w="0">
            <a:noFill/>
          </a:ln>
        </p:spPr>
        <p:txBody>
          <a:bodyPr lIns="91440" rIns="91440" tIns="91440" bIns="91440" anchor="t">
            <a:normAutofit fontScale="92500" lnSpcReduction="9999"/>
          </a:bodyPr>
          <a:p>
            <a:pPr>
              <a:lnSpc>
                <a:spcPct val="150000"/>
              </a:lnSpc>
              <a:tabLst>
                <a:tab algn="l" pos="0"/>
              </a:tabLst>
            </a:pPr>
            <a:r>
              <a:rPr b="0" lang="en-US" sz="1200" strike="noStrike" u="none">
                <a:solidFill>
                  <a:schemeClr val="dk1"/>
                </a:solidFill>
                <a:effectLst/>
                <a:uFillTx/>
                <a:latin typeface="Anaheim"/>
                <a:ea typeface="Anaheim"/>
              </a:rPr>
              <a:t>The project utilizes essential Python features such as functions, classes, and exception handling to build a robust backend. Python’s simplicity aids in managing task logic, user inputs, and server interactions with minimal complexity. Its scalability ensures smooth integration with Django and other web technologies.</a:t>
            </a:r>
            <a:endParaRPr b="0" lang="en-US" sz="1200" strike="noStrike" u="none">
              <a:solidFill>
                <a:srgbClr val="ffffff"/>
              </a:solidFill>
              <a:effectLst/>
              <a:uFillTx/>
              <a:latin typeface="OpenSymbol"/>
            </a:endParaRPr>
          </a:p>
        </p:txBody>
      </p:sp>
      <p:sp>
        <p:nvSpPr>
          <p:cNvPr id="69" name="PlaceHolder 2"/>
          <p:cNvSpPr>
            <a:spLocks noGrp="1"/>
          </p:cNvSpPr>
          <p:nvPr>
            <p:ph type="title"/>
          </p:nvPr>
        </p:nvSpPr>
        <p:spPr>
          <a:xfrm>
            <a:off x="600120" y="1333440"/>
            <a:ext cx="3590640" cy="2476080"/>
          </a:xfrm>
          <a:prstGeom prst="rect">
            <a:avLst/>
          </a:prstGeom>
          <a:noFill/>
          <a:ln w="0">
            <a:noFill/>
          </a:ln>
        </p:spPr>
        <p:txBody>
          <a:bodyPr lIns="91440" rIns="91440" tIns="91440" bIns="91440" anchor="t">
            <a:normAutofit/>
          </a:bodyPr>
          <a:p>
            <a:pPr indent="0">
              <a:lnSpc>
                <a:spcPct val="70000"/>
              </a:lnSpc>
              <a:buNone/>
              <a:tabLst>
                <a:tab algn="l" pos="0"/>
              </a:tabLst>
            </a:pPr>
            <a:r>
              <a:rPr b="0" lang="en-US" sz="3100" strike="noStrike" u="none">
                <a:solidFill>
                  <a:schemeClr val="dk1"/>
                </a:solidFill>
                <a:effectLst/>
                <a:uFillTx/>
                <a:latin typeface="Bricolage Grotesque Medium"/>
                <a:ea typeface="Bricolage Grotesque Medium"/>
              </a:rPr>
              <a:t>Core Python</a:t>
            </a:r>
            <a:endParaRPr b="0" lang="fr-FR" sz="3100" strike="noStrike" u="none">
              <a:solidFill>
                <a:schemeClr val="dk1"/>
              </a:solidFill>
              <a:effectLst/>
              <a:uFillTx/>
              <a:latin typeface="Arial"/>
            </a:endParaRPr>
          </a:p>
          <a:p>
            <a:pPr indent="0">
              <a:lnSpc>
                <a:spcPct val="70000"/>
              </a:lnSpc>
              <a:buNone/>
              <a:tabLst>
                <a:tab algn="l" pos="0"/>
              </a:tabLst>
            </a:pPr>
            <a:r>
              <a:rPr b="0" lang="en-US" sz="3100" strike="noStrike" u="none">
                <a:solidFill>
                  <a:schemeClr val="dk1"/>
                </a:solidFill>
                <a:effectLst/>
                <a:uFillTx/>
                <a:latin typeface="Bricolage Grotesque Medium"/>
                <a:ea typeface="Bricolage Grotesque Medium"/>
              </a:rPr>
              <a:t> Concepts</a:t>
            </a:r>
            <a:endParaRPr b="0" lang="fr-FR" sz="3100" strike="noStrike" u="none">
              <a:solidFill>
                <a:schemeClr val="dk1"/>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 name="Google Shape;220;p31"/>
          <p:cNvSpPr/>
          <p:nvPr/>
        </p:nvSpPr>
        <p:spPr>
          <a:xfrm>
            <a:off x="7020000" y="-2876400"/>
            <a:ext cx="4762080" cy="4762080"/>
          </a:xfrm>
          <a:prstGeom prst="rect">
            <a:avLst/>
          </a:prstGeom>
          <a:noFill/>
          <a:ln w="0">
            <a:noFill/>
          </a:ln>
        </p:spPr>
        <p:style>
          <a:lnRef idx="0"/>
          <a:fillRef idx="0"/>
          <a:effectRef idx="0"/>
          <a:fontRef idx="minor"/>
        </p:style>
        <p:txBody>
          <a:bodyPr lIns="870823080" rIns="870823080" tIns="2381040" bIns="2381040" anchor="t">
            <a:spAutoFit/>
          </a:bodyPr>
          <a:p>
            <a:pPr algn="ctr" defTabSz="914400">
              <a:lnSpc>
                <a:spcPct val="100000"/>
              </a:lnSpc>
              <a:tabLst>
                <a:tab algn="l" pos="0"/>
              </a:tabLst>
            </a:pPr>
            <a:endParaRPr b="0" lang="fr-FR" sz="1800" strike="noStrike" u="none">
              <a:solidFill>
                <a:schemeClr val="dk1"/>
              </a:solidFill>
              <a:effectLst/>
              <a:uFillTx/>
              <a:latin typeface="Arial"/>
            </a:endParaRPr>
          </a:p>
        </p:txBody>
      </p:sp>
      <p:sp>
        <p:nvSpPr>
          <p:cNvPr id="71" name="PlaceHolder 1"/>
          <p:cNvSpPr>
            <a:spLocks noGrp="1"/>
          </p:cNvSpPr>
          <p:nvPr>
            <p:ph type="title"/>
          </p:nvPr>
        </p:nvSpPr>
        <p:spPr>
          <a:xfrm>
            <a:off x="4629240" y="228600"/>
            <a:ext cx="3904920" cy="761760"/>
          </a:xfrm>
          <a:prstGeom prst="rect">
            <a:avLst/>
          </a:prstGeom>
          <a:noFill/>
          <a:ln w="0">
            <a:noFill/>
          </a:ln>
        </p:spPr>
        <p:txBody>
          <a:bodyPr lIns="91440" rIns="91440" tIns="91440" bIns="91440" anchor="t">
            <a:normAutofit/>
          </a:bodyPr>
          <a:p>
            <a:pPr indent="0">
              <a:lnSpc>
                <a:spcPct val="70000"/>
              </a:lnSpc>
              <a:buNone/>
              <a:tabLst>
                <a:tab algn="l" pos="0"/>
              </a:tabLst>
            </a:pPr>
            <a:r>
              <a:rPr b="0" lang="en-US" sz="2600" strike="noStrike" u="none">
                <a:solidFill>
                  <a:schemeClr val="dk1"/>
                </a:solidFill>
                <a:effectLst/>
                <a:uFillTx/>
                <a:latin typeface="Bricolage Grotesque Medium"/>
                <a:ea typeface="Bricolage Grotesque Medium"/>
              </a:rPr>
              <a:t>Data Structures for Task</a:t>
            </a:r>
            <a:r>
              <a:rPr b="1" lang="en-US" sz="2600" strike="noStrike" u="none">
                <a:solidFill>
                  <a:schemeClr val="dk1"/>
                </a:solidFill>
                <a:effectLst/>
                <a:uFillTx/>
                <a:latin typeface="Bricolage Grotesque"/>
                <a:ea typeface="Bricolage Grotesque Medium"/>
              </a:rPr>
              <a:t> Management</a:t>
            </a:r>
            <a:endParaRPr b="0" lang="fr-FR" sz="2600" strike="noStrike" u="none">
              <a:solidFill>
                <a:schemeClr val="dk1"/>
              </a:solidFill>
              <a:effectLst/>
              <a:uFillTx/>
              <a:latin typeface="Arial"/>
            </a:endParaRPr>
          </a:p>
        </p:txBody>
      </p:sp>
      <p:sp>
        <p:nvSpPr>
          <p:cNvPr id="72" name="PlaceHolder 2"/>
          <p:cNvSpPr>
            <a:spLocks noGrp="1"/>
          </p:cNvSpPr>
          <p:nvPr>
            <p:ph type="subTitle"/>
          </p:nvPr>
        </p:nvSpPr>
        <p:spPr>
          <a:xfrm>
            <a:off x="4619520" y="3209760"/>
            <a:ext cx="4295520" cy="1676160"/>
          </a:xfrm>
          <a:prstGeom prst="rect">
            <a:avLst/>
          </a:prstGeom>
          <a:noFill/>
          <a:ln w="0">
            <a:noFill/>
          </a:ln>
        </p:spPr>
        <p:txBody>
          <a:bodyPr lIns="91440" rIns="91440" tIns="91440" bIns="91440" anchor="t">
            <a:normAutofit/>
          </a:bodyPr>
          <a:p>
            <a:pPr indent="0">
              <a:lnSpc>
                <a:spcPct val="150000"/>
              </a:lnSpc>
              <a:buNone/>
              <a:tabLst>
                <a:tab algn="l" pos="0"/>
              </a:tabLst>
            </a:pPr>
            <a:r>
              <a:rPr b="0" lang="en-US" sz="1200" strike="noStrike" u="none">
                <a:solidFill>
                  <a:schemeClr val="dk1"/>
                </a:solidFill>
                <a:effectLst/>
                <a:uFillTx/>
                <a:latin typeface="Anaheim"/>
                <a:ea typeface="Anaheim"/>
              </a:rPr>
              <a:t>Effective task management relies on the use of Python data structures like lists and dictionaries. These store task details such as titles, deadlines, and statuses, facilitating quick access and updates. This structure supports dynamic task additions, modifications, and deletions in real time.</a:t>
            </a:r>
            <a:endParaRPr b="0" lang="en-US" sz="1200" strike="noStrike" u="none">
              <a:solidFill>
                <a:srgbClr val="ffffff"/>
              </a:solidFill>
              <a:effectLst/>
              <a:uFillTx/>
              <a:latin typeface="OpenSymbol"/>
            </a:endParaRPr>
          </a:p>
        </p:txBody>
      </p:sp>
      <p:pic>
        <p:nvPicPr>
          <p:cNvPr id="73" name="Google Shape;223;p31" descr=""/>
          <p:cNvPicPr/>
          <p:nvPr/>
        </p:nvPicPr>
        <p:blipFill>
          <a:blip r:embed="rId1"/>
          <a:srcRect l="0" t="3418" r="0" b="3428"/>
          <a:stretch/>
        </p:blipFill>
        <p:spPr>
          <a:xfrm>
            <a:off x="0" y="0"/>
            <a:ext cx="4294440" cy="5143320"/>
          </a:xfrm>
          <a:prstGeom prst="rect">
            <a:avLst/>
          </a:prstGeom>
          <a:noFill/>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 name="PlaceHolder 1"/>
          <p:cNvSpPr>
            <a:spLocks noGrp="1"/>
          </p:cNvSpPr>
          <p:nvPr>
            <p:ph type="subTitle"/>
          </p:nvPr>
        </p:nvSpPr>
        <p:spPr>
          <a:xfrm>
            <a:off x="4695840" y="1752480"/>
            <a:ext cx="3847680" cy="1638000"/>
          </a:xfrm>
          <a:prstGeom prst="rect">
            <a:avLst/>
          </a:prstGeom>
          <a:noFill/>
          <a:ln w="0">
            <a:noFill/>
          </a:ln>
        </p:spPr>
        <p:txBody>
          <a:bodyPr lIns="91440" rIns="91440" tIns="91440" bIns="91440" anchor="t">
            <a:normAutofit fontScale="92500" lnSpcReduction="9999"/>
          </a:bodyPr>
          <a:p>
            <a:pPr>
              <a:lnSpc>
                <a:spcPct val="150000"/>
              </a:lnSpc>
              <a:tabLst>
                <a:tab algn="l" pos="0"/>
              </a:tabLst>
            </a:pPr>
            <a:r>
              <a:rPr b="0" lang="en-US" sz="1200" strike="noStrike" u="none">
                <a:solidFill>
                  <a:schemeClr val="dk1"/>
                </a:solidFill>
                <a:effectLst/>
                <a:uFillTx/>
                <a:latin typeface="Anaheim"/>
                <a:ea typeface="Anaheim"/>
              </a:rPr>
              <a:t>Django serves as the backbone framework for this project, providing a scalable and secure environment. It handles URL routing, data modeling, and template rendering efficiently. Its built-in admin interface and ORM simplify database management, allowing smooth integration with Python backend logic and frontend presentation built in HTML and CSS.</a:t>
            </a:r>
            <a:endParaRPr b="0" lang="en-US" sz="1200" strike="noStrike" u="none">
              <a:solidFill>
                <a:srgbClr val="ffffff"/>
              </a:solidFill>
              <a:effectLst/>
              <a:uFillTx/>
              <a:latin typeface="OpenSymbol"/>
            </a:endParaRPr>
          </a:p>
        </p:txBody>
      </p:sp>
      <p:sp>
        <p:nvSpPr>
          <p:cNvPr id="75" name="PlaceHolder 2"/>
          <p:cNvSpPr>
            <a:spLocks noGrp="1"/>
          </p:cNvSpPr>
          <p:nvPr>
            <p:ph type="title"/>
          </p:nvPr>
        </p:nvSpPr>
        <p:spPr>
          <a:xfrm>
            <a:off x="600120" y="1333440"/>
            <a:ext cx="3590640" cy="2476080"/>
          </a:xfrm>
          <a:prstGeom prst="rect">
            <a:avLst/>
          </a:prstGeom>
          <a:noFill/>
          <a:ln w="0">
            <a:noFill/>
          </a:ln>
        </p:spPr>
        <p:txBody>
          <a:bodyPr lIns="91440" rIns="91440" tIns="91440" bIns="91440" anchor="t">
            <a:normAutofit/>
          </a:bodyPr>
          <a:p>
            <a:pPr indent="0">
              <a:lnSpc>
                <a:spcPct val="70000"/>
              </a:lnSpc>
              <a:buNone/>
              <a:tabLst>
                <a:tab algn="l" pos="0"/>
              </a:tabLst>
            </a:pPr>
            <a:r>
              <a:rPr b="0" lang="en-US" sz="3100" strike="noStrike" u="none">
                <a:solidFill>
                  <a:schemeClr val="dk1"/>
                </a:solidFill>
                <a:effectLst/>
                <a:uFillTx/>
                <a:latin typeface="Bricolage Grotesque Medium"/>
                <a:ea typeface="Bricolage Grotesque Medium"/>
              </a:rPr>
              <a:t>Integration with</a:t>
            </a:r>
            <a:endParaRPr b="0" lang="fr-FR" sz="3100" strike="noStrike" u="none">
              <a:solidFill>
                <a:schemeClr val="dk1"/>
              </a:solidFill>
              <a:effectLst/>
              <a:uFillTx/>
              <a:latin typeface="Arial"/>
            </a:endParaRPr>
          </a:p>
          <a:p>
            <a:pPr indent="0">
              <a:lnSpc>
                <a:spcPct val="70000"/>
              </a:lnSpc>
              <a:buNone/>
              <a:tabLst>
                <a:tab algn="l" pos="0"/>
              </a:tabLst>
            </a:pPr>
            <a:r>
              <a:rPr b="0" lang="en-US" sz="3100" strike="noStrike" u="none">
                <a:solidFill>
                  <a:schemeClr val="dk1"/>
                </a:solidFill>
                <a:effectLst/>
                <a:uFillTx/>
                <a:latin typeface="Bricolage Grotesque Medium"/>
                <a:ea typeface="Bricolage Grotesque Medium"/>
              </a:rPr>
              <a:t> Django</a:t>
            </a:r>
            <a:endParaRPr b="0" lang="fr-FR" sz="3100" strike="noStrike" u="none">
              <a:solidFill>
                <a:schemeClr val="dk1"/>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 name="PlaceHolder 1"/>
          <p:cNvSpPr>
            <a:spLocks noGrp="1"/>
          </p:cNvSpPr>
          <p:nvPr>
            <p:ph type="subTitle"/>
          </p:nvPr>
        </p:nvSpPr>
        <p:spPr>
          <a:xfrm>
            <a:off x="4695840" y="1752480"/>
            <a:ext cx="3847680" cy="1638360"/>
          </a:xfrm>
          <a:prstGeom prst="rect">
            <a:avLst/>
          </a:prstGeom>
          <a:noFill/>
          <a:ln w="0">
            <a:noFill/>
          </a:ln>
        </p:spPr>
        <p:txBody>
          <a:bodyPr lIns="91440" rIns="91440" tIns="91440" bIns="91440" anchor="t">
            <a:spAutoFit/>
          </a:bodyPr>
          <a:p>
            <a:pPr algn="ctr"/>
            <a:endParaRPr b="0" lang="en-US" sz="1200" strike="noStrike" u="none">
              <a:solidFill>
                <a:schemeClr val="dk1"/>
              </a:solidFill>
              <a:effectLst/>
              <a:uFillTx/>
              <a:latin typeface="Anaheim"/>
              <a:ea typeface="Anaheim"/>
            </a:endParaRPr>
          </a:p>
        </p:txBody>
      </p:sp>
      <p:sp>
        <p:nvSpPr>
          <p:cNvPr id="77" name="PlaceHolder 2"/>
          <p:cNvSpPr>
            <a:spLocks noGrp="1"/>
          </p:cNvSpPr>
          <p:nvPr>
            <p:ph type="title"/>
          </p:nvPr>
        </p:nvSpPr>
        <p:spPr>
          <a:xfrm>
            <a:off x="600120" y="1333440"/>
            <a:ext cx="3590640" cy="2476080"/>
          </a:xfrm>
          <a:prstGeom prst="rect">
            <a:avLst/>
          </a:prstGeom>
          <a:noFill/>
          <a:ln w="0">
            <a:noFill/>
          </a:ln>
        </p:spPr>
        <p:txBody>
          <a:bodyPr lIns="91440" rIns="91440" tIns="91440" bIns="91440" anchor="t">
            <a:normAutofit/>
          </a:bodyPr>
          <a:p>
            <a:pPr indent="0">
              <a:lnSpc>
                <a:spcPct val="70000"/>
              </a:lnSpc>
              <a:buNone/>
              <a:tabLst>
                <a:tab algn="l" pos="0"/>
              </a:tabLst>
            </a:pPr>
            <a:r>
              <a:rPr b="0" lang="en-US" sz="3100" strike="noStrike" u="none">
                <a:solidFill>
                  <a:schemeClr val="dk1"/>
                </a:solidFill>
                <a:effectLst/>
                <a:uFillTx/>
                <a:latin typeface="Bricolage Grotesque Medium"/>
                <a:ea typeface="Bricolage Grotesque Medium"/>
              </a:rPr>
              <a:t>Web Development with Django, HTML, and</a:t>
            </a:r>
            <a:endParaRPr b="0" lang="fr-FR" sz="3100" strike="noStrike" u="none">
              <a:solidFill>
                <a:schemeClr val="dk1"/>
              </a:solidFill>
              <a:effectLst/>
              <a:uFillTx/>
              <a:latin typeface="Arial"/>
            </a:endParaRPr>
          </a:p>
          <a:p>
            <a:pPr indent="0">
              <a:lnSpc>
                <a:spcPct val="70000"/>
              </a:lnSpc>
              <a:buNone/>
              <a:tabLst>
                <a:tab algn="l" pos="0"/>
              </a:tabLst>
            </a:pPr>
            <a:r>
              <a:rPr b="0" lang="en-US" sz="3100" strike="noStrike" u="none">
                <a:solidFill>
                  <a:schemeClr val="dk1"/>
                </a:solidFill>
                <a:effectLst/>
                <a:uFillTx/>
                <a:latin typeface="Bricolage Grotesque Medium"/>
                <a:ea typeface="Bricolage Grotesque Medium"/>
              </a:rPr>
              <a:t> CSS</a:t>
            </a:r>
            <a:endParaRPr b="0" lang="fr-FR" sz="3100" strike="noStrike" u="none">
              <a:solidFill>
                <a:schemeClr val="dk1"/>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 name="PlaceHolder 1"/>
          <p:cNvSpPr>
            <a:spLocks noGrp="1"/>
          </p:cNvSpPr>
          <p:nvPr>
            <p:ph type="subTitle"/>
          </p:nvPr>
        </p:nvSpPr>
        <p:spPr>
          <a:xfrm>
            <a:off x="4695840" y="1752480"/>
            <a:ext cx="3847680" cy="1638000"/>
          </a:xfrm>
          <a:prstGeom prst="rect">
            <a:avLst/>
          </a:prstGeom>
          <a:noFill/>
          <a:ln w="0">
            <a:noFill/>
          </a:ln>
        </p:spPr>
        <p:txBody>
          <a:bodyPr lIns="91440" rIns="91440" tIns="91440" bIns="91440" anchor="t">
            <a:normAutofit fontScale="92500" lnSpcReduction="9999"/>
          </a:bodyPr>
          <a:p>
            <a:pPr>
              <a:lnSpc>
                <a:spcPct val="150000"/>
              </a:lnSpc>
              <a:tabLst>
                <a:tab algn="l" pos="0"/>
              </a:tabLst>
            </a:pPr>
            <a:r>
              <a:rPr b="0" lang="en-US" sz="1200" strike="noStrike" u="none">
                <a:solidFill>
                  <a:schemeClr val="dk1"/>
                </a:solidFill>
                <a:effectLst/>
                <a:uFillTx/>
                <a:latin typeface="Anaheim"/>
                <a:ea typeface="Anaheim"/>
              </a:rPr>
              <a:t>Django follows the </a:t>
            </a:r>
            <a:r>
              <a:rPr b="0" i="1" lang="en-US" sz="1200" strike="noStrike" u="none">
                <a:solidFill>
                  <a:schemeClr val="dk1"/>
                </a:solidFill>
                <a:effectLst/>
                <a:uFillTx/>
                <a:latin typeface="Anaheim"/>
                <a:ea typeface="Anaheim"/>
              </a:rPr>
              <a:t>Model-View-Template</a:t>
            </a:r>
            <a:r>
              <a:rPr b="0" lang="en-US" sz="1200" strike="noStrike" u="none">
                <a:solidFill>
                  <a:schemeClr val="dk1"/>
                </a:solidFill>
                <a:effectLst/>
                <a:uFillTx/>
                <a:latin typeface="Anaheim"/>
                <a:ea typeface="Anaheim"/>
              </a:rPr>
              <a:t> architecture, promoting separation of concerns. It enables rapid development with reusable components, minimizing repetitive coding. Features like authentication, forms, and middleware enhance functionality and security, enabling a robust web application tailored for task management.</a:t>
            </a:r>
            <a:endParaRPr b="0" lang="en-US" sz="1200" strike="noStrike" u="none">
              <a:solidFill>
                <a:srgbClr val="ffffff"/>
              </a:solidFill>
              <a:effectLst/>
              <a:uFillTx/>
              <a:latin typeface="OpenSymbol"/>
            </a:endParaRPr>
          </a:p>
        </p:txBody>
      </p:sp>
      <p:sp>
        <p:nvSpPr>
          <p:cNvPr id="79" name="PlaceHolder 2"/>
          <p:cNvSpPr>
            <a:spLocks noGrp="1"/>
          </p:cNvSpPr>
          <p:nvPr>
            <p:ph type="title"/>
          </p:nvPr>
        </p:nvSpPr>
        <p:spPr>
          <a:xfrm>
            <a:off x="600120" y="1333440"/>
            <a:ext cx="3590640" cy="2476080"/>
          </a:xfrm>
          <a:prstGeom prst="rect">
            <a:avLst/>
          </a:prstGeom>
          <a:noFill/>
          <a:ln w="0">
            <a:noFill/>
          </a:ln>
        </p:spPr>
        <p:txBody>
          <a:bodyPr lIns="91440" rIns="91440" tIns="91440" bIns="91440" anchor="t">
            <a:normAutofit/>
          </a:bodyPr>
          <a:p>
            <a:pPr indent="0">
              <a:lnSpc>
                <a:spcPct val="70000"/>
              </a:lnSpc>
              <a:buNone/>
              <a:tabLst>
                <a:tab algn="l" pos="0"/>
              </a:tabLst>
            </a:pPr>
            <a:r>
              <a:rPr b="0" lang="en-US" sz="3100" strike="noStrike" u="none">
                <a:solidFill>
                  <a:schemeClr val="dk1"/>
                </a:solidFill>
                <a:effectLst/>
                <a:uFillTx/>
                <a:latin typeface="Bricolage Grotesque Medium"/>
                <a:ea typeface="Bricolage Grotesque Medium"/>
              </a:rPr>
              <a:t>Django Framework</a:t>
            </a:r>
            <a:endParaRPr b="0" lang="fr-FR" sz="3100" strike="noStrike" u="none">
              <a:solidFill>
                <a:schemeClr val="dk1"/>
              </a:solidFill>
              <a:effectLst/>
              <a:uFillTx/>
              <a:latin typeface="Arial"/>
            </a:endParaRPr>
          </a:p>
          <a:p>
            <a:pPr indent="0">
              <a:lnSpc>
                <a:spcPct val="70000"/>
              </a:lnSpc>
              <a:buNone/>
              <a:tabLst>
                <a:tab algn="l" pos="0"/>
              </a:tabLst>
            </a:pPr>
            <a:r>
              <a:rPr b="0" lang="en-US" sz="3100" strike="noStrike" u="none">
                <a:solidFill>
                  <a:schemeClr val="dk1"/>
                </a:solidFill>
                <a:effectLst/>
                <a:uFillTx/>
                <a:latin typeface="Bricolage Grotesque Medium"/>
                <a:ea typeface="Bricolage Grotesque Medium"/>
              </a:rPr>
              <a:t> Basics</a:t>
            </a:r>
            <a:endParaRPr b="0" lang="fr-FR" sz="3100" strike="noStrike" u="none">
              <a:solidFill>
                <a:schemeClr val="dk1"/>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PlaceHolder 1"/>
          <p:cNvSpPr>
            <a:spLocks noGrp="1"/>
          </p:cNvSpPr>
          <p:nvPr>
            <p:ph type="subTitle"/>
          </p:nvPr>
        </p:nvSpPr>
        <p:spPr>
          <a:xfrm>
            <a:off x="4695840" y="1752480"/>
            <a:ext cx="3847680" cy="1638000"/>
          </a:xfrm>
          <a:prstGeom prst="rect">
            <a:avLst/>
          </a:prstGeom>
          <a:noFill/>
          <a:ln w="0">
            <a:noFill/>
          </a:ln>
        </p:spPr>
        <p:txBody>
          <a:bodyPr lIns="91440" rIns="91440" tIns="91440" bIns="91440" anchor="t">
            <a:normAutofit/>
          </a:bodyPr>
          <a:p>
            <a:pPr>
              <a:lnSpc>
                <a:spcPct val="150000"/>
              </a:lnSpc>
              <a:tabLst>
                <a:tab algn="l" pos="0"/>
              </a:tabLst>
            </a:pPr>
            <a:r>
              <a:rPr b="0" lang="en-US" sz="1200" strike="noStrike" u="none">
                <a:solidFill>
                  <a:schemeClr val="dk1"/>
                </a:solidFill>
                <a:effectLst/>
                <a:uFillTx/>
                <a:latin typeface="Anaheim"/>
                <a:ea typeface="Anaheim"/>
              </a:rPr>
              <a:t>HTML structures the application’s content, organizing task lists, input forms, and navigation menus. Semantic tags improve accessibility and SEO. The modular layout ensures clear separation of elements, facilitating maintainability and ease of updates in the user interface.</a:t>
            </a:r>
            <a:endParaRPr b="0" lang="en-US" sz="1200" strike="noStrike" u="none">
              <a:solidFill>
                <a:srgbClr val="ffffff"/>
              </a:solidFill>
              <a:effectLst/>
              <a:uFillTx/>
              <a:latin typeface="OpenSymbol"/>
            </a:endParaRPr>
          </a:p>
        </p:txBody>
      </p:sp>
      <p:sp>
        <p:nvSpPr>
          <p:cNvPr id="81" name="PlaceHolder 2"/>
          <p:cNvSpPr>
            <a:spLocks noGrp="1"/>
          </p:cNvSpPr>
          <p:nvPr>
            <p:ph type="title"/>
          </p:nvPr>
        </p:nvSpPr>
        <p:spPr>
          <a:xfrm>
            <a:off x="600120" y="1333440"/>
            <a:ext cx="3590640" cy="2476080"/>
          </a:xfrm>
          <a:prstGeom prst="rect">
            <a:avLst/>
          </a:prstGeom>
          <a:noFill/>
          <a:ln w="0">
            <a:noFill/>
          </a:ln>
        </p:spPr>
        <p:txBody>
          <a:bodyPr lIns="91440" rIns="91440" tIns="91440" bIns="91440" anchor="t">
            <a:normAutofit/>
          </a:bodyPr>
          <a:p>
            <a:pPr indent="0">
              <a:lnSpc>
                <a:spcPct val="70000"/>
              </a:lnSpc>
              <a:buNone/>
              <a:tabLst>
                <a:tab algn="l" pos="0"/>
              </a:tabLst>
            </a:pPr>
            <a:r>
              <a:rPr b="0" lang="en-US" sz="3100" strike="noStrike" u="none">
                <a:solidFill>
                  <a:schemeClr val="dk1"/>
                </a:solidFill>
                <a:effectLst/>
                <a:uFillTx/>
                <a:latin typeface="Bricolage Grotesque Medium"/>
                <a:ea typeface="Bricolage Grotesque Medium"/>
              </a:rPr>
              <a:t>Frontend Structure with</a:t>
            </a:r>
            <a:endParaRPr b="0" lang="fr-FR" sz="3100" strike="noStrike" u="none">
              <a:solidFill>
                <a:schemeClr val="dk1"/>
              </a:solidFill>
              <a:effectLst/>
              <a:uFillTx/>
              <a:latin typeface="Arial"/>
            </a:endParaRPr>
          </a:p>
          <a:p>
            <a:pPr indent="0">
              <a:lnSpc>
                <a:spcPct val="70000"/>
              </a:lnSpc>
              <a:buNone/>
              <a:tabLst>
                <a:tab algn="l" pos="0"/>
              </a:tabLst>
            </a:pPr>
            <a:r>
              <a:rPr b="0" lang="en-US" sz="3100" strike="noStrike" u="none">
                <a:solidFill>
                  <a:schemeClr val="dk1"/>
                </a:solidFill>
                <a:effectLst/>
                <a:uFillTx/>
                <a:latin typeface="Bricolage Grotesque Medium"/>
                <a:ea typeface="Bricolage Grotesque Medium"/>
              </a:rPr>
              <a:t> HTML</a:t>
            </a:r>
            <a:endParaRPr b="0" lang="fr-FR" sz="3100" strike="noStrike" u="none">
              <a:solidFill>
                <a:schemeClr val="dk1"/>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Google Shape;220;p31"/>
          <p:cNvSpPr/>
          <p:nvPr/>
        </p:nvSpPr>
        <p:spPr>
          <a:xfrm>
            <a:off x="7020000" y="-2876400"/>
            <a:ext cx="4762080" cy="4762080"/>
          </a:xfrm>
          <a:prstGeom prst="rect">
            <a:avLst/>
          </a:prstGeom>
          <a:noFill/>
          <a:ln w="0">
            <a:noFill/>
          </a:ln>
        </p:spPr>
        <p:style>
          <a:lnRef idx="0"/>
          <a:fillRef idx="0"/>
          <a:effectRef idx="0"/>
          <a:fontRef idx="minor"/>
        </p:style>
        <p:txBody>
          <a:bodyPr lIns="870823080" rIns="870823080" tIns="2381040" bIns="2381040" anchor="t">
            <a:spAutoFit/>
          </a:bodyPr>
          <a:p>
            <a:pPr algn="ctr" defTabSz="914400">
              <a:lnSpc>
                <a:spcPct val="100000"/>
              </a:lnSpc>
              <a:tabLst>
                <a:tab algn="l" pos="0"/>
              </a:tabLst>
            </a:pPr>
            <a:endParaRPr b="0" lang="fr-FR" sz="1800" strike="noStrike" u="none">
              <a:solidFill>
                <a:schemeClr val="dk1"/>
              </a:solidFill>
              <a:effectLst/>
              <a:uFillTx/>
              <a:latin typeface="Arial"/>
            </a:endParaRPr>
          </a:p>
        </p:txBody>
      </p:sp>
      <p:sp>
        <p:nvSpPr>
          <p:cNvPr id="83" name="PlaceHolder 1"/>
          <p:cNvSpPr>
            <a:spLocks noGrp="1"/>
          </p:cNvSpPr>
          <p:nvPr>
            <p:ph type="title"/>
          </p:nvPr>
        </p:nvSpPr>
        <p:spPr>
          <a:xfrm>
            <a:off x="4629240" y="228600"/>
            <a:ext cx="3904920" cy="761760"/>
          </a:xfrm>
          <a:prstGeom prst="rect">
            <a:avLst/>
          </a:prstGeom>
          <a:noFill/>
          <a:ln w="0">
            <a:noFill/>
          </a:ln>
        </p:spPr>
        <p:txBody>
          <a:bodyPr lIns="91440" rIns="91440" tIns="91440" bIns="91440" anchor="t">
            <a:normAutofit/>
          </a:bodyPr>
          <a:p>
            <a:pPr indent="0">
              <a:lnSpc>
                <a:spcPct val="70000"/>
              </a:lnSpc>
              <a:buNone/>
              <a:tabLst>
                <a:tab algn="l" pos="0"/>
              </a:tabLst>
            </a:pPr>
            <a:r>
              <a:rPr b="0" lang="en-US" sz="2600" strike="noStrike" u="none">
                <a:solidFill>
                  <a:schemeClr val="dk1"/>
                </a:solidFill>
                <a:effectLst/>
                <a:uFillTx/>
                <a:latin typeface="Bricolage Grotesque Medium"/>
                <a:ea typeface="Bricolage Grotesque Medium"/>
              </a:rPr>
              <a:t>Styling and Layout Using</a:t>
            </a:r>
            <a:r>
              <a:rPr b="1" lang="en-US" sz="2600" strike="noStrike" u="none">
                <a:solidFill>
                  <a:schemeClr val="dk1"/>
                </a:solidFill>
                <a:effectLst/>
                <a:uFillTx/>
                <a:latin typeface="Bricolage Grotesque"/>
                <a:ea typeface="Bricolage Grotesque Medium"/>
              </a:rPr>
              <a:t> CSS</a:t>
            </a:r>
            <a:endParaRPr b="0" lang="fr-FR" sz="2600" strike="noStrike" u="none">
              <a:solidFill>
                <a:schemeClr val="dk1"/>
              </a:solidFill>
              <a:effectLst/>
              <a:uFillTx/>
              <a:latin typeface="Arial"/>
            </a:endParaRPr>
          </a:p>
        </p:txBody>
      </p:sp>
      <p:sp>
        <p:nvSpPr>
          <p:cNvPr id="84" name="PlaceHolder 2"/>
          <p:cNvSpPr>
            <a:spLocks noGrp="1"/>
          </p:cNvSpPr>
          <p:nvPr>
            <p:ph type="subTitle"/>
          </p:nvPr>
        </p:nvSpPr>
        <p:spPr>
          <a:xfrm>
            <a:off x="4619520" y="3209760"/>
            <a:ext cx="4295520" cy="1676160"/>
          </a:xfrm>
          <a:prstGeom prst="rect">
            <a:avLst/>
          </a:prstGeom>
          <a:noFill/>
          <a:ln w="0">
            <a:noFill/>
          </a:ln>
        </p:spPr>
        <p:txBody>
          <a:bodyPr lIns="91440" rIns="91440" tIns="91440" bIns="91440" anchor="t">
            <a:normAutofit/>
          </a:bodyPr>
          <a:p>
            <a:pPr indent="0">
              <a:lnSpc>
                <a:spcPct val="150000"/>
              </a:lnSpc>
              <a:buNone/>
              <a:tabLst>
                <a:tab algn="l" pos="0"/>
              </a:tabLst>
            </a:pPr>
            <a:r>
              <a:rPr b="0" lang="en-US" sz="1200" strike="noStrike" u="none">
                <a:solidFill>
                  <a:schemeClr val="dk1"/>
                </a:solidFill>
                <a:effectLst/>
                <a:uFillTx/>
                <a:latin typeface="Anaheim"/>
                <a:ea typeface="Anaheim"/>
              </a:rPr>
              <a:t>CSS is applied to enhance visual appeal and usability. Through flexible grid and responsive design, it ensures compatibility across devices. Consistent color schemes, font styles, and spacing contribute to a polished and professional user experience, reinforcing the project’s usability and effectiveness.</a:t>
            </a:r>
            <a:endParaRPr b="0" lang="en-US" sz="1200" strike="noStrike" u="none">
              <a:solidFill>
                <a:srgbClr val="ffffff"/>
              </a:solidFill>
              <a:effectLst/>
              <a:uFillTx/>
              <a:latin typeface="OpenSymbol"/>
            </a:endParaRPr>
          </a:p>
        </p:txBody>
      </p:sp>
      <p:pic>
        <p:nvPicPr>
          <p:cNvPr id="85" name="Google Shape;223;p31" descr=""/>
          <p:cNvPicPr/>
          <p:nvPr/>
        </p:nvPicPr>
        <p:blipFill>
          <a:blip r:embed="rId1"/>
          <a:srcRect l="0" t="3418" r="0" b="3428"/>
          <a:stretch/>
        </p:blipFill>
        <p:spPr>
          <a:xfrm>
            <a:off x="0" y="0"/>
            <a:ext cx="4294440" cy="5143320"/>
          </a:xfrm>
          <a:prstGeom prst="rect">
            <a:avLst/>
          </a:prstGeom>
          <a:noFill/>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Google Shape;220;p31"/>
          <p:cNvSpPr/>
          <p:nvPr/>
        </p:nvSpPr>
        <p:spPr>
          <a:xfrm>
            <a:off x="7020000" y="-2876400"/>
            <a:ext cx="4762080" cy="4762080"/>
          </a:xfrm>
          <a:prstGeom prst="rect">
            <a:avLst/>
          </a:prstGeom>
          <a:noFill/>
          <a:ln w="0">
            <a:noFill/>
          </a:ln>
        </p:spPr>
        <p:style>
          <a:lnRef idx="0"/>
          <a:fillRef idx="0"/>
          <a:effectRef idx="0"/>
          <a:fontRef idx="minor"/>
        </p:style>
        <p:txBody>
          <a:bodyPr lIns="870823080" rIns="870823080" tIns="2381040" bIns="2381040" anchor="t">
            <a:spAutoFit/>
          </a:bodyPr>
          <a:p>
            <a:pPr algn="ctr" defTabSz="914400">
              <a:lnSpc>
                <a:spcPct val="100000"/>
              </a:lnSpc>
              <a:tabLst>
                <a:tab algn="l" pos="0"/>
              </a:tabLst>
            </a:pPr>
            <a:endParaRPr b="0" lang="fr-FR" sz="1800" strike="noStrike" u="none">
              <a:solidFill>
                <a:schemeClr val="dk1"/>
              </a:solidFill>
              <a:effectLst/>
              <a:uFillTx/>
              <a:latin typeface="Arial"/>
            </a:endParaRPr>
          </a:p>
        </p:txBody>
      </p:sp>
      <p:sp>
        <p:nvSpPr>
          <p:cNvPr id="87" name="PlaceHolder 1"/>
          <p:cNvSpPr>
            <a:spLocks noGrp="1"/>
          </p:cNvSpPr>
          <p:nvPr>
            <p:ph type="title"/>
          </p:nvPr>
        </p:nvSpPr>
        <p:spPr>
          <a:xfrm>
            <a:off x="4629240" y="228600"/>
            <a:ext cx="3904920" cy="761760"/>
          </a:xfrm>
          <a:prstGeom prst="rect">
            <a:avLst/>
          </a:prstGeom>
          <a:noFill/>
          <a:ln w="0">
            <a:noFill/>
          </a:ln>
        </p:spPr>
        <p:txBody>
          <a:bodyPr lIns="91440" rIns="91440" tIns="91440" bIns="91440" anchor="t">
            <a:normAutofit/>
          </a:bodyPr>
          <a:p>
            <a:pPr indent="0">
              <a:lnSpc>
                <a:spcPct val="70000"/>
              </a:lnSpc>
              <a:buNone/>
              <a:tabLst>
                <a:tab algn="l" pos="0"/>
              </a:tabLst>
            </a:pPr>
            <a:r>
              <a:rPr b="0" lang="en-US" sz="2600" strike="noStrike" u="none">
                <a:solidFill>
                  <a:schemeClr val="dk1"/>
                </a:solidFill>
                <a:effectLst/>
                <a:uFillTx/>
                <a:latin typeface="Bricolage Grotesque Medium"/>
                <a:ea typeface="Bricolage Grotesque Medium"/>
              </a:rPr>
              <a:t>Conclusions</a:t>
            </a:r>
            <a:endParaRPr b="0" lang="fr-FR" sz="2600" strike="noStrike" u="none">
              <a:solidFill>
                <a:schemeClr val="dk1"/>
              </a:solidFill>
              <a:effectLst/>
              <a:uFillTx/>
              <a:latin typeface="Arial"/>
            </a:endParaRPr>
          </a:p>
        </p:txBody>
      </p:sp>
      <p:sp>
        <p:nvSpPr>
          <p:cNvPr id="88" name="PlaceHolder 2"/>
          <p:cNvSpPr>
            <a:spLocks noGrp="1"/>
          </p:cNvSpPr>
          <p:nvPr>
            <p:ph type="subTitle"/>
          </p:nvPr>
        </p:nvSpPr>
        <p:spPr>
          <a:xfrm>
            <a:off x="4619520" y="3209760"/>
            <a:ext cx="4295520" cy="1676160"/>
          </a:xfrm>
          <a:prstGeom prst="rect">
            <a:avLst/>
          </a:prstGeom>
          <a:noFill/>
          <a:ln w="0">
            <a:noFill/>
          </a:ln>
        </p:spPr>
        <p:txBody>
          <a:bodyPr lIns="91440" rIns="91440" tIns="91440" bIns="91440" anchor="t">
            <a:normAutofit lnSpcReduction="9999"/>
          </a:bodyPr>
          <a:p>
            <a:pPr indent="0">
              <a:lnSpc>
                <a:spcPct val="150000"/>
              </a:lnSpc>
              <a:buNone/>
              <a:tabLst>
                <a:tab algn="l" pos="0"/>
              </a:tabLst>
            </a:pPr>
            <a:r>
              <a:rPr b="0" lang="en-US" sz="1200" strike="noStrike" u="none">
                <a:solidFill>
                  <a:schemeClr val="dk1"/>
                </a:solidFill>
                <a:effectLst/>
                <a:uFillTx/>
                <a:latin typeface="Anaheim"/>
                <a:ea typeface="Anaheim"/>
              </a:rPr>
              <a:t>This project successfully combines </a:t>
            </a:r>
            <a:r>
              <a:rPr b="1" lang="en-US" sz="1200" strike="noStrike" u="none">
                <a:solidFill>
                  <a:schemeClr val="dk1"/>
                </a:solidFill>
                <a:effectLst/>
                <a:uFillTx/>
                <a:latin typeface="Anaheim"/>
                <a:ea typeface="Anaheim"/>
              </a:rPr>
              <a:t>Python</a:t>
            </a:r>
            <a:r>
              <a:rPr b="0" lang="en-US" sz="1200" strike="noStrike" u="none">
                <a:solidFill>
                  <a:schemeClr val="dk1"/>
                </a:solidFill>
                <a:effectLst/>
                <a:uFillTx/>
                <a:latin typeface="Anaheim"/>
                <a:ea typeface="Anaheim"/>
              </a:rPr>
              <a:t> and </a:t>
            </a:r>
            <a:r>
              <a:rPr b="1" lang="en-US" sz="1200" strike="noStrike" u="none">
                <a:solidFill>
                  <a:schemeClr val="dk1"/>
                </a:solidFill>
                <a:effectLst/>
                <a:uFillTx/>
                <a:latin typeface="Anaheim"/>
                <a:ea typeface="Anaheim"/>
              </a:rPr>
              <a:t>Django</a:t>
            </a:r>
            <a:r>
              <a:rPr b="0" lang="en-US" sz="1200" strike="noStrike" u="none">
                <a:solidFill>
                  <a:schemeClr val="dk1"/>
                </a:solidFill>
                <a:effectLst/>
                <a:uFillTx/>
                <a:latin typeface="Anaheim"/>
                <a:ea typeface="Anaheim"/>
              </a:rPr>
              <a:t> for backend development with </a:t>
            </a:r>
            <a:r>
              <a:rPr b="1" lang="en-US" sz="1200" strike="noStrike" u="none">
                <a:solidFill>
                  <a:schemeClr val="dk1"/>
                </a:solidFill>
                <a:effectLst/>
                <a:uFillTx/>
                <a:latin typeface="Anaheim"/>
                <a:ea typeface="Anaheim"/>
              </a:rPr>
              <a:t>HTML</a:t>
            </a:r>
            <a:r>
              <a:rPr b="0" lang="en-US" sz="1200" strike="noStrike" u="none">
                <a:solidFill>
                  <a:schemeClr val="dk1"/>
                </a:solidFill>
                <a:effectLst/>
                <a:uFillTx/>
                <a:latin typeface="Anaheim"/>
                <a:ea typeface="Anaheim"/>
              </a:rPr>
              <a:t> and </a:t>
            </a:r>
            <a:r>
              <a:rPr b="1" lang="en-US" sz="1200" strike="noStrike" u="none">
                <a:solidFill>
                  <a:schemeClr val="dk1"/>
                </a:solidFill>
                <a:effectLst/>
                <a:uFillTx/>
                <a:latin typeface="Anaheim"/>
                <a:ea typeface="Anaheim"/>
              </a:rPr>
              <a:t>CSS</a:t>
            </a:r>
            <a:r>
              <a:rPr b="0" lang="en-US" sz="1200" strike="noStrike" u="none">
                <a:solidFill>
                  <a:schemeClr val="dk1"/>
                </a:solidFill>
                <a:effectLst/>
                <a:uFillTx/>
                <a:latin typeface="Anaheim"/>
                <a:ea typeface="Anaheim"/>
              </a:rPr>
              <a:t> for frontend design, delivering an efficient and user-friendly To-Do List application. The integration of these technologies ensures scalability, maintainability, and a seamless user experience, meeting modern web development standards and user needs.</a:t>
            </a:r>
            <a:endParaRPr b="0" lang="en-US" sz="1200" strike="noStrike" u="none">
              <a:solidFill>
                <a:srgbClr val="ffffff"/>
              </a:solidFill>
              <a:effectLst/>
              <a:uFillTx/>
              <a:latin typeface="OpenSymbol"/>
            </a:endParaRPr>
          </a:p>
        </p:txBody>
      </p:sp>
      <p:pic>
        <p:nvPicPr>
          <p:cNvPr id="89" name="Google Shape;223;p31" descr=""/>
          <p:cNvPicPr/>
          <p:nvPr/>
        </p:nvPicPr>
        <p:blipFill>
          <a:blip r:embed="rId1"/>
          <a:srcRect l="0" t="3418" r="0" b="3428"/>
          <a:stretch/>
        </p:blipFill>
        <p:spPr>
          <a:xfrm>
            <a:off x="0" y="0"/>
            <a:ext cx="4294440" cy="5143320"/>
          </a:xfrm>
          <a:prstGeom prst="rect">
            <a:avLst/>
          </a:prstGeom>
          <a:noFill/>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PlaceHolder 1"/>
          <p:cNvSpPr>
            <a:spLocks noGrp="1"/>
          </p:cNvSpPr>
          <p:nvPr>
            <p:ph type="title"/>
          </p:nvPr>
        </p:nvSpPr>
        <p:spPr>
          <a:xfrm>
            <a:off x="5181480" y="-217800"/>
            <a:ext cx="3714480" cy="2408040"/>
          </a:xfrm>
          <a:prstGeom prst="rect">
            <a:avLst/>
          </a:prstGeom>
          <a:noFill/>
          <a:ln w="0">
            <a:noFill/>
          </a:ln>
        </p:spPr>
        <p:txBody>
          <a:bodyPr lIns="91440" rIns="91440" tIns="91440" bIns="91440" anchor="b">
            <a:spAutoFit/>
          </a:bodyPr>
          <a:p>
            <a:pPr indent="0" algn="r">
              <a:lnSpc>
                <a:spcPct val="100000"/>
              </a:lnSpc>
              <a:buNone/>
              <a:tabLst>
                <a:tab algn="l" pos="0"/>
              </a:tabLst>
            </a:pPr>
            <a:r>
              <a:rPr b="0" lang="en" sz="7300" strike="noStrike" u="none">
                <a:solidFill>
                  <a:schemeClr val="dk1"/>
                </a:solidFill>
                <a:effectLst/>
                <a:uFillTx/>
                <a:latin typeface="Bricolage Grotesque Medium"/>
                <a:ea typeface="Bricolage Grotesque Medium"/>
              </a:rPr>
              <a:t>THANK </a:t>
            </a:r>
            <a:r>
              <a:rPr b="1" lang="en" sz="7300" strike="noStrike" u="none">
                <a:solidFill>
                  <a:schemeClr val="dk1"/>
                </a:solidFill>
                <a:effectLst/>
                <a:uFillTx/>
                <a:latin typeface="Bricolage Grotesque Medium"/>
                <a:ea typeface="Bricolage Grotesque Medium"/>
              </a:rPr>
              <a:t>YOU</a:t>
            </a:r>
            <a:endParaRPr b="0" lang="fr-FR" sz="7300" strike="noStrike" u="none">
              <a:solidFill>
                <a:schemeClr val="dk1"/>
              </a:solidFill>
              <a:effectLst/>
              <a:uFillTx/>
              <a:latin typeface="Arial"/>
            </a:endParaRPr>
          </a:p>
        </p:txBody>
      </p:sp>
      <p:sp>
        <p:nvSpPr>
          <p:cNvPr id="91" name="PlaceHolder 2"/>
          <p:cNvSpPr>
            <a:spLocks noGrp="1"/>
          </p:cNvSpPr>
          <p:nvPr>
            <p:ph type="subTitle"/>
          </p:nvPr>
        </p:nvSpPr>
        <p:spPr>
          <a:xfrm>
            <a:off x="5191200" y="2104920"/>
            <a:ext cx="3714480" cy="1057320"/>
          </a:xfrm>
          <a:prstGeom prst="rect">
            <a:avLst/>
          </a:prstGeom>
          <a:noFill/>
          <a:ln w="0">
            <a:noFill/>
          </a:ln>
        </p:spPr>
        <p:txBody>
          <a:bodyPr lIns="91440" rIns="91440" tIns="91440" bIns="91440" anchor="t">
            <a:spAutoFit/>
          </a:bodyPr>
          <a:p>
            <a:pPr indent="0" algn="r">
              <a:lnSpc>
                <a:spcPct val="100000"/>
              </a:lnSpc>
              <a:buNone/>
              <a:tabLst>
                <a:tab algn="l" pos="0"/>
              </a:tabLst>
            </a:pPr>
            <a:r>
              <a:rPr b="1" lang="en" sz="1400" strike="noStrike" u="none">
                <a:solidFill>
                  <a:schemeClr val="dk1"/>
                </a:solidFill>
                <a:effectLst/>
                <a:uFillTx/>
                <a:latin typeface="Anaheim"/>
                <a:ea typeface="Anaheim"/>
              </a:rPr>
              <a:t>Do you have any questions?</a:t>
            </a:r>
            <a:endParaRPr b="0" lang="en-US" sz="1400" strike="noStrike" u="none">
              <a:solidFill>
                <a:srgbClr val="ffffff"/>
              </a:solidFill>
              <a:effectLst/>
              <a:uFillTx/>
              <a:latin typeface="OpenSymbol"/>
            </a:endParaRPr>
          </a:p>
          <a:p>
            <a:pPr indent="0" algn="r">
              <a:lnSpc>
                <a:spcPct val="100000"/>
              </a:lnSpc>
              <a:buNone/>
              <a:tabLst>
                <a:tab algn="l" pos="0"/>
              </a:tabLst>
            </a:pPr>
            <a:r>
              <a:rPr b="0" lang="en" sz="1400" strike="noStrike" u="none">
                <a:solidFill>
                  <a:schemeClr val="dk1"/>
                </a:solidFill>
                <a:effectLst/>
                <a:uFillTx/>
                <a:latin typeface="Anaheim"/>
                <a:ea typeface="Anaheim"/>
              </a:rPr>
              <a:t>youremail@freepik.com</a:t>
            </a:r>
            <a:endParaRPr b="0" lang="en-US" sz="1400" strike="noStrike" u="none">
              <a:solidFill>
                <a:srgbClr val="ffffff"/>
              </a:solidFill>
              <a:effectLst/>
              <a:uFillTx/>
              <a:latin typeface="OpenSymbol"/>
            </a:endParaRPr>
          </a:p>
          <a:p>
            <a:pPr indent="0" algn="r">
              <a:lnSpc>
                <a:spcPct val="100000"/>
              </a:lnSpc>
              <a:buNone/>
              <a:tabLst>
                <a:tab algn="l" pos="0"/>
              </a:tabLst>
            </a:pPr>
            <a:r>
              <a:rPr b="0" lang="en" sz="1400" strike="noStrike" u="none">
                <a:solidFill>
                  <a:schemeClr val="dk1"/>
                </a:solidFill>
                <a:effectLst/>
                <a:uFillTx/>
                <a:latin typeface="Anaheim"/>
                <a:ea typeface="Anaheim"/>
              </a:rPr>
              <a:t>+00 000 000 000</a:t>
            </a:r>
            <a:endParaRPr b="0" lang="en-US" sz="1400" strike="noStrike" u="none">
              <a:solidFill>
                <a:srgbClr val="ffffff"/>
              </a:solidFill>
              <a:effectLst/>
              <a:uFillTx/>
              <a:latin typeface="OpenSymbol"/>
            </a:endParaRPr>
          </a:p>
          <a:p>
            <a:pPr indent="0" algn="r">
              <a:lnSpc>
                <a:spcPct val="100000"/>
              </a:lnSpc>
              <a:buNone/>
              <a:tabLst>
                <a:tab algn="l" pos="0"/>
              </a:tabLst>
            </a:pPr>
            <a:r>
              <a:rPr b="0" lang="en" sz="1400" strike="noStrike" u="none">
                <a:solidFill>
                  <a:schemeClr val="dk1"/>
                </a:solidFill>
                <a:effectLst/>
                <a:uFillTx/>
                <a:latin typeface="Anaheim"/>
                <a:ea typeface="Anaheim"/>
              </a:rPr>
              <a:t>yourwebsite.com</a:t>
            </a:r>
            <a:endParaRPr b="0" lang="en-US" sz="1400" strike="noStrike" u="none">
              <a:solidFill>
                <a:srgbClr val="ffffff"/>
              </a:solidFill>
              <a:effectLst/>
              <a:uFillTx/>
              <a:latin typeface="OpenSymbol"/>
            </a:endParaRPr>
          </a:p>
        </p:txBody>
      </p:sp>
      <p:grpSp>
        <p:nvGrpSpPr>
          <p:cNvPr id="92" name="Google Shape;373;p39"/>
          <p:cNvGrpSpPr/>
          <p:nvPr/>
        </p:nvGrpSpPr>
        <p:grpSpPr>
          <a:xfrm>
            <a:off x="334800" y="3515400"/>
            <a:ext cx="275760" cy="275760"/>
            <a:chOff x="334800" y="3515400"/>
            <a:chExt cx="275760" cy="275760"/>
          </a:xfrm>
        </p:grpSpPr>
        <p:sp>
          <p:nvSpPr>
            <p:cNvPr id="93" name="Google Shape;374;p39"/>
            <p:cNvSpPr/>
            <p:nvPr/>
          </p:nvSpPr>
          <p:spPr>
            <a:xfrm>
              <a:off x="334800" y="3515400"/>
              <a:ext cx="275760" cy="275760"/>
            </a:xfrm>
            <a:custGeom>
              <a:avLst/>
              <a:gdLst>
                <a:gd name="textAreaLeft" fmla="*/ 0 w 275760"/>
                <a:gd name="textAreaRight" fmla="*/ 276120 w 275760"/>
                <a:gd name="textAreaTop" fmla="*/ 0 h 275760"/>
                <a:gd name="textAreaBottom" fmla="*/ 276120 h 275760"/>
              </a:gdLst>
              <a:ahLst/>
              <a:cxnLst/>
              <a:rect l="textAreaLeft" t="textAreaTop" r="textAreaRight" b="textAreaBottom"/>
              <a:pathLst>
                <a:path w="6764" h="6764">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4" name="Google Shape;375;p39"/>
            <p:cNvSpPr/>
            <p:nvPr/>
          </p:nvSpPr>
          <p:spPr>
            <a:xfrm>
              <a:off x="398880" y="3580920"/>
              <a:ext cx="146880" cy="144000"/>
            </a:xfrm>
            <a:custGeom>
              <a:avLst/>
              <a:gdLst>
                <a:gd name="textAreaLeft" fmla="*/ 0 w 146880"/>
                <a:gd name="textAreaRight" fmla="*/ 147240 w 146880"/>
                <a:gd name="textAreaTop" fmla="*/ 0 h 144000"/>
                <a:gd name="textAreaBottom" fmla="*/ 144360 h 144000"/>
              </a:gdLst>
              <a:ahLst/>
              <a:cxnLst/>
              <a:rect l="textAreaLeft" t="textAreaTop" r="textAreaRight" b="textAreaBottom"/>
              <a:pathLst>
                <a:path w="3607" h="3542">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chemeClr val="lt2"/>
            </a:solidFill>
            <a:ln w="0">
              <a:noFill/>
            </a:ln>
          </p:spPr>
          <p:style>
            <a:lnRef idx="0"/>
            <a:fillRef idx="0"/>
            <a:effectRef idx="0"/>
            <a:fontRef idx="minor"/>
          </p:style>
          <p:txBody>
            <a:bodyPr tIns="72000" bIns="720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5" name="Google Shape;376;p39"/>
            <p:cNvSpPr/>
            <p:nvPr/>
          </p:nvSpPr>
          <p:spPr>
            <a:xfrm>
              <a:off x="528840" y="3551040"/>
              <a:ext cx="37440" cy="37080"/>
            </a:xfrm>
            <a:custGeom>
              <a:avLst/>
              <a:gdLst>
                <a:gd name="textAreaLeft" fmla="*/ 0 w 37440"/>
                <a:gd name="textAreaRight" fmla="*/ 37800 w 37440"/>
                <a:gd name="textAreaTop" fmla="*/ 0 h 37080"/>
                <a:gd name="textAreaBottom" fmla="*/ 37440 h 37080"/>
              </a:gdLst>
              <a:ahLst/>
              <a:cxnLst/>
              <a:rect l="textAreaLeft" t="textAreaTop" r="textAreaRight" b="textAreaBottom"/>
              <a:pathLst>
                <a:path w="929" h="918">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chemeClr val="lt2"/>
            </a:solidFill>
            <a:ln w="0">
              <a:noFill/>
            </a:ln>
          </p:spPr>
          <p:style>
            <a:lnRef idx="0"/>
            <a:fillRef idx="0"/>
            <a:effectRef idx="0"/>
            <a:fontRef idx="minor"/>
          </p:style>
          <p:txBody>
            <a:bodyPr tIns="18720" bIns="187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96" name="Google Shape;377;p39"/>
          <p:cNvGrpSpPr/>
          <p:nvPr/>
        </p:nvGrpSpPr>
        <p:grpSpPr>
          <a:xfrm>
            <a:off x="1200960" y="3534120"/>
            <a:ext cx="266040" cy="238320"/>
            <a:chOff x="1200960" y="3534120"/>
            <a:chExt cx="266040" cy="238320"/>
          </a:xfrm>
        </p:grpSpPr>
        <p:sp>
          <p:nvSpPr>
            <p:cNvPr id="97" name="Google Shape;378;p39"/>
            <p:cNvSpPr/>
            <p:nvPr/>
          </p:nvSpPr>
          <p:spPr>
            <a:xfrm>
              <a:off x="1209960" y="3618360"/>
              <a:ext cx="60840" cy="154080"/>
            </a:xfrm>
            <a:custGeom>
              <a:avLst/>
              <a:gdLst>
                <a:gd name="textAreaLeft" fmla="*/ 0 w 60840"/>
                <a:gd name="textAreaRight" fmla="*/ 61200 w 60840"/>
                <a:gd name="textAreaTop" fmla="*/ 0 h 154080"/>
                <a:gd name="textAreaBottom" fmla="*/ 154440 h 154080"/>
              </a:gdLst>
              <a:ahLst/>
              <a:cxnLst/>
              <a:rect l="textAreaLeft" t="textAreaTop" r="textAreaRight" b="textAreaBottom"/>
              <a:pathLst>
                <a:path w="1502" h="3787">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chemeClr val="lt2"/>
            </a:solidFill>
            <a:ln w="0">
              <a:noFill/>
            </a:ln>
          </p:spPr>
          <p:style>
            <a:lnRef idx="0"/>
            <a:fillRef idx="0"/>
            <a:effectRef idx="0"/>
            <a:fontRef idx="minor"/>
          </p:style>
          <p:txBody>
            <a:bodyPr tIns="77040" bIns="770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8" name="Google Shape;379;p39"/>
            <p:cNvSpPr/>
            <p:nvPr/>
          </p:nvSpPr>
          <p:spPr>
            <a:xfrm>
              <a:off x="1200960" y="3534120"/>
              <a:ext cx="70200" cy="70200"/>
            </a:xfrm>
            <a:custGeom>
              <a:avLst/>
              <a:gdLst>
                <a:gd name="textAreaLeft" fmla="*/ 0 w 70200"/>
                <a:gd name="textAreaRight" fmla="*/ 70560 w 70200"/>
                <a:gd name="textAreaTop" fmla="*/ 0 h 70200"/>
                <a:gd name="textAreaBottom" fmla="*/ 70560 h 70200"/>
              </a:gdLst>
              <a:ahLst/>
              <a:cxnLst/>
              <a:rect l="textAreaLeft" t="textAreaTop" r="textAreaRight" b="textAreaBottom"/>
              <a:pathLst>
                <a:path w="1728" h="1728">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chemeClr val="lt2"/>
            </a:solidFill>
            <a:ln w="0">
              <a:noFill/>
            </a:ln>
          </p:spPr>
          <p:style>
            <a:lnRef idx="0"/>
            <a:fillRef idx="0"/>
            <a:effectRef idx="0"/>
            <a:fontRef idx="minor"/>
          </p:style>
          <p:txBody>
            <a:bodyPr tIns="35280" bIns="352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9" name="Google Shape;380;p39"/>
            <p:cNvSpPr/>
            <p:nvPr/>
          </p:nvSpPr>
          <p:spPr>
            <a:xfrm>
              <a:off x="1303200" y="3618360"/>
              <a:ext cx="163800" cy="154080"/>
            </a:xfrm>
            <a:custGeom>
              <a:avLst/>
              <a:gdLst>
                <a:gd name="textAreaLeft" fmla="*/ 0 w 163800"/>
                <a:gd name="textAreaRight" fmla="*/ 164160 w 163800"/>
                <a:gd name="textAreaTop" fmla="*/ 0 h 154080"/>
                <a:gd name="textAreaBottom" fmla="*/ 154440 h 154080"/>
              </a:gdLst>
              <a:ahLst/>
              <a:cxnLst/>
              <a:rect l="textAreaLeft" t="textAreaTop" r="textAreaRight" b="textAreaBottom"/>
              <a:pathLst>
                <a:path w="4026" h="3787">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chemeClr val="lt2"/>
            </a:solidFill>
            <a:ln w="0">
              <a:noFill/>
            </a:ln>
          </p:spPr>
          <p:style>
            <a:lnRef idx="0"/>
            <a:fillRef idx="0"/>
            <a:effectRef idx="0"/>
            <a:fontRef idx="minor"/>
          </p:style>
          <p:txBody>
            <a:bodyPr tIns="77040" bIns="770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sp>
        <p:nvSpPr>
          <p:cNvPr id="100" name="Google Shape;381;p39"/>
          <p:cNvSpPr/>
          <p:nvPr/>
        </p:nvSpPr>
        <p:spPr>
          <a:xfrm>
            <a:off x="237960" y="4429080"/>
            <a:ext cx="4152600" cy="256680"/>
          </a:xfrm>
          <a:prstGeom prst="rect">
            <a:avLst/>
          </a:prstGeom>
          <a:noFill/>
          <a:ln w="0">
            <a:noFill/>
          </a:ln>
        </p:spPr>
        <p:style>
          <a:lnRef idx="0"/>
          <a:fillRef idx="0"/>
          <a:effectRef idx="0"/>
          <a:fontRef idx="minor"/>
        </p:style>
        <p:txBody>
          <a:bodyPr lIns="870823080" rIns="870823080" tIns="-2643480" bIns="-2643480" anchor="t">
            <a:spAutoFit/>
          </a:bodyPr>
          <a:p>
            <a:pPr defTabSz="914400">
              <a:lnSpc>
                <a:spcPct val="100000"/>
              </a:lnSpc>
              <a:tabLst>
                <a:tab algn="l" pos="0"/>
              </a:tabLst>
            </a:pPr>
            <a:r>
              <a:rPr b="0" lang="en" sz="1000" strike="noStrike" u="none">
                <a:solidFill>
                  <a:schemeClr val="dk1"/>
                </a:solidFill>
                <a:effectLst/>
                <a:uFillTx/>
                <a:latin typeface="Arial"/>
              </a:rPr>
              <a:t>Please keep this slide for attribution</a:t>
            </a:r>
            <a:endParaRPr b="0" lang="en-US" sz="1000" strike="noStrike" u="none">
              <a:solidFill>
                <a:srgbClr val="ffffff"/>
              </a:solidFill>
              <a:effectLst/>
              <a:uFillTx/>
              <a:latin typeface="OpenSymbol"/>
            </a:endParaRPr>
          </a:p>
        </p:txBody>
      </p:sp>
      <p:sp>
        <p:nvSpPr>
          <p:cNvPr id="101" name="Google Shape;382;p39"/>
          <p:cNvSpPr/>
          <p:nvPr/>
        </p:nvSpPr>
        <p:spPr>
          <a:xfrm>
            <a:off x="2102400" y="3551760"/>
            <a:ext cx="198720" cy="203040"/>
          </a:xfrm>
          <a:custGeom>
            <a:avLst/>
            <a:gdLst>
              <a:gd name="textAreaLeft" fmla="*/ 0 w 198720"/>
              <a:gd name="textAreaRight" fmla="*/ 199080 w 198720"/>
              <a:gd name="textAreaTop" fmla="*/ 0 h 203040"/>
              <a:gd name="textAreaBottom" fmla="*/ 203400 h 203040"/>
            </a:gdLst>
            <a:ahLst/>
            <a:cxnLst/>
            <a:rect l="textAreaLeft" t="textAreaTop" r="textAreaRight" b="textAreaBottom"/>
            <a:pathLst>
              <a:path w="494728" h="505587">
                <a:moveTo>
                  <a:pt x="294418" y="214122"/>
                </a:moveTo>
                <a:lnTo>
                  <a:pt x="478631" y="0"/>
                </a:lnTo>
                <a:lnTo>
                  <a:pt x="435007" y="0"/>
                </a:lnTo>
                <a:lnTo>
                  <a:pt x="275082" y="185928"/>
                </a:lnTo>
                <a:lnTo>
                  <a:pt x="147352" y="0"/>
                </a:lnTo>
                <a:lnTo>
                  <a:pt x="0" y="0"/>
                </a:lnTo>
                <a:lnTo>
                  <a:pt x="193167" y="281083"/>
                </a:lnTo>
                <a:lnTo>
                  <a:pt x="0" y="505587"/>
                </a:lnTo>
                <a:lnTo>
                  <a:pt x="43625" y="505587"/>
                </a:lnTo>
                <a:lnTo>
                  <a:pt x="212503" y="309277"/>
                </a:lnTo>
                <a:lnTo>
                  <a:pt x="347377" y="505587"/>
                </a:lnTo>
                <a:lnTo>
                  <a:pt x="494729" y="505587"/>
                </a:lnTo>
                <a:lnTo>
                  <a:pt x="294418" y="214027"/>
                </a:lnTo>
                <a:lnTo>
                  <a:pt x="294418" y="214027"/>
                </a:lnTo>
                <a:close/>
                <a:moveTo>
                  <a:pt x="234601" y="283655"/>
                </a:moveTo>
                <a:lnTo>
                  <a:pt x="215075" y="255651"/>
                </a:lnTo>
                <a:lnTo>
                  <a:pt x="59341" y="32861"/>
                </a:lnTo>
                <a:lnTo>
                  <a:pt x="126397" y="32861"/>
                </a:lnTo>
                <a:lnTo>
                  <a:pt x="252032" y="212598"/>
                </a:lnTo>
                <a:lnTo>
                  <a:pt x="271558" y="240601"/>
                </a:lnTo>
                <a:lnTo>
                  <a:pt x="434912" y="474250"/>
                </a:lnTo>
                <a:lnTo>
                  <a:pt x="367855" y="474250"/>
                </a:lnTo>
                <a:lnTo>
                  <a:pt x="234505" y="283559"/>
                </a:lnTo>
                <a:lnTo>
                  <a:pt x="234505" y="283559"/>
                </a:lnTo>
                <a:close/>
              </a:path>
            </a:pathLst>
          </a:custGeom>
          <a:solidFill>
            <a:schemeClr val="lt2"/>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02" name="PlaceHolder 3"/>
          <p:cNvSpPr>
            <a:spLocks noGrp="1"/>
          </p:cNvSpPr>
          <p:nvPr>
            <p:ph type="subTitle"/>
          </p:nvPr>
        </p:nvSpPr>
        <p:spPr>
          <a:xfrm>
            <a:off x="228600" y="181080"/>
            <a:ext cx="1076040" cy="610200"/>
          </a:xfrm>
          <a:prstGeom prst="rect">
            <a:avLst/>
          </a:prstGeom>
          <a:noFill/>
          <a:ln w="0">
            <a:noFill/>
          </a:ln>
        </p:spPr>
        <p:txBody>
          <a:bodyPr lIns="91440" rIns="91440" tIns="91440" bIns="91440" anchor="t">
            <a:spAutoFit/>
          </a:bodyPr>
          <a:p>
            <a:pPr algn="ctr">
              <a:lnSpc>
                <a:spcPct val="100000"/>
              </a:lnSpc>
              <a:tabLst>
                <a:tab algn="l" pos="0"/>
              </a:tabLst>
            </a:pPr>
            <a:r>
              <a:rPr b="0" lang="en" sz="1000" strike="noStrike" u="none">
                <a:solidFill>
                  <a:schemeClr val="dk1"/>
                </a:solidFill>
                <a:effectLst/>
                <a:uFillTx/>
                <a:latin typeface="Anaheim"/>
                <a:ea typeface="Anaheim"/>
              </a:rPr>
              <a:t>Mind maps</a:t>
            </a:r>
            <a:endParaRPr b="0" lang="en-US" sz="1000" strike="noStrike" u="none">
              <a:solidFill>
                <a:srgbClr val="ffffff"/>
              </a:solidFill>
              <a:effectLst/>
              <a:uFillTx/>
              <a:latin typeface="OpenSymbol"/>
            </a:endParaRPr>
          </a:p>
        </p:txBody>
      </p:sp>
      <p:sp>
        <p:nvSpPr>
          <p:cNvPr id="103" name="PlaceHolder 4"/>
          <p:cNvSpPr>
            <a:spLocks noGrp="1"/>
          </p:cNvSpPr>
          <p:nvPr>
            <p:ph type="subTitle"/>
          </p:nvPr>
        </p:nvSpPr>
        <p:spPr>
          <a:xfrm>
            <a:off x="8020080" y="4591080"/>
            <a:ext cx="875880" cy="610200"/>
          </a:xfrm>
          <a:prstGeom prst="rect">
            <a:avLst/>
          </a:prstGeom>
          <a:noFill/>
          <a:ln w="0">
            <a:noFill/>
          </a:ln>
        </p:spPr>
        <p:txBody>
          <a:bodyPr lIns="91440" rIns="91440" tIns="91440" bIns="91440" anchor="t">
            <a:spAutoFit/>
          </a:bodyPr>
          <a:p>
            <a:pPr algn="ctr">
              <a:lnSpc>
                <a:spcPct val="100000"/>
              </a:lnSpc>
              <a:tabLst>
                <a:tab algn="l" pos="0"/>
              </a:tabLst>
            </a:pPr>
            <a:r>
              <a:rPr b="0" lang="en" sz="1000" strike="noStrike" u="none">
                <a:solidFill>
                  <a:schemeClr val="dk1"/>
                </a:solidFill>
                <a:effectLst/>
                <a:uFillTx/>
                <a:latin typeface="Anaheim"/>
                <a:ea typeface="Anaheim"/>
              </a:rPr>
              <a:t>Workshop</a:t>
            </a:r>
            <a:endParaRPr b="0" lang="en-US" sz="10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Mind Maps Workshop by Slidesgo">
  <a:themeElements>
    <a:clrScheme name="Simple Light">
      <a:dk1>
        <a:srgbClr val="fff5ef"/>
      </a:dk1>
      <a:lt1>
        <a:srgbClr val="132933"/>
      </a:lt1>
      <a:dk2>
        <a:srgbClr val="fff5ef"/>
      </a:dk2>
      <a:lt2>
        <a:srgbClr val="fff5ef"/>
      </a:lt2>
      <a:accent1>
        <a:srgbClr val="ffffff"/>
      </a:accent1>
      <a:accent2>
        <a:srgbClr val="ffffff"/>
      </a:accent2>
      <a:accent3>
        <a:srgbClr val="ffffff"/>
      </a:accent3>
      <a:accent4>
        <a:srgbClr val="ffffff"/>
      </a:accent4>
      <a:accent5>
        <a:srgbClr val="ffffff"/>
      </a:accent5>
      <a:accent6>
        <a:srgbClr val="ffffff"/>
      </a:accent6>
      <a:hlink>
        <a:srgbClr val="fff5e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LibreOffice/25.2.4.3$Linux_X86_64 LibreOffice_project/520$Build-3</Application>
  <AppVersion>15.0000</AppVersion>
  <Company>Microsoft Corporation</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2026-01-10T08:37:53Z</dcterms:created>
  <dc:creator>Unknown Creator</dc:creator>
  <dc:description/>
  <dc:language>en-US</dc:language>
  <cp:lastModifiedBy>Unknown Creator</cp:lastModifiedBy>
  <dcterms:modified xsi:type="dcterms:W3CDTF">2026-01-10T08:37:53Z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